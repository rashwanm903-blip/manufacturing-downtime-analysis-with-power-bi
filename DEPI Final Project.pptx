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webextensions/webextension1.xml" ContentType="application/vnd.ms-office.webextension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7" r:id="rId4"/>
    <p:sldId id="261" r:id="rId5"/>
    <p:sldId id="266" r:id="rId6"/>
    <p:sldId id="258" r:id="rId7"/>
    <p:sldId id="268" r:id="rId8"/>
    <p:sldId id="262" r:id="rId9"/>
    <p:sldId id="267" r:id="rId10"/>
  </p:sldIdLst>
  <p:sldSz cx="12192000" cy="6858000"/>
  <p:notesSz cx="6858000" cy="9144000"/>
  <p:embeddedFontLst>
    <p:embeddedFont>
      <p:font typeface="Edwardian Script ITC" panose="030303020407070D0804" pitchFamily="66" charset="0"/>
      <p:regular r:id="rId12"/>
    </p:embeddedFont>
    <p:embeddedFont>
      <p:font typeface="Gadugi" panose="020B0502040204020203" pitchFamily="34" charset="0"/>
      <p:regular r:id="rId13"/>
      <p:bold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Rashwan" userId="a3eb11a79c987480" providerId="LiveId" clId="{E3F72E7B-EE57-4E6C-B167-58CE9687B594}"/>
    <pc:docChg chg="undo custSel delSld modSld sldOrd">
      <pc:chgData name="Mohamed Rashwan" userId="a3eb11a79c987480" providerId="LiveId" clId="{E3F72E7B-EE57-4E6C-B167-58CE9687B594}" dt="2025-12-12T22:03:16.591" v="365" actId="478"/>
      <pc:docMkLst>
        <pc:docMk/>
      </pc:docMkLst>
      <pc:sldChg chg="delSp mod">
        <pc:chgData name="Mohamed Rashwan" userId="a3eb11a79c987480" providerId="LiveId" clId="{E3F72E7B-EE57-4E6C-B167-58CE9687B594}" dt="2025-12-12T22:03:16.591" v="365" actId="478"/>
        <pc:sldMkLst>
          <pc:docMk/>
          <pc:sldMk cId="0" sldId="256"/>
        </pc:sldMkLst>
        <pc:spChg chg="del">
          <ac:chgData name="Mohamed Rashwan" userId="a3eb11a79c987480" providerId="LiveId" clId="{E3F72E7B-EE57-4E6C-B167-58CE9687B594}" dt="2025-12-12T22:03:16.591" v="365" actId="478"/>
          <ac:spMkLst>
            <pc:docMk/>
            <pc:sldMk cId="0" sldId="256"/>
            <ac:spMk id="106" creationId="{00000000-0000-0000-0000-000000000000}"/>
          </ac:spMkLst>
        </pc:spChg>
      </pc:sldChg>
      <pc:sldChg chg="addSp delSp modSp mod">
        <pc:chgData name="Mohamed Rashwan" userId="a3eb11a79c987480" providerId="LiveId" clId="{E3F72E7B-EE57-4E6C-B167-58CE9687B594}" dt="2025-12-12T22:03:12.417" v="364" actId="478"/>
        <pc:sldMkLst>
          <pc:docMk/>
          <pc:sldMk cId="0" sldId="257"/>
        </pc:sldMkLst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4" creationId="{2F55F72F-46AF-C56D-266E-89E021361E3B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6" creationId="{B6A280E5-D234-0E3B-D497-836DBDF3478E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8" creationId="{7CD3A157-8802-BF64-0199-E48961610E33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10" creationId="{E12EECD7-4346-FEB9-1CDA-50176A8CF7CA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14" creationId="{64860334-B46F-9112-EEAD-E5D6FC3A9CB5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15" creationId="{E9DDBE73-9E35-FF02-4679-49E8177114E1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17" creationId="{74FFB907-D620-EE88-7100-B4449F8E4754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19" creationId="{0E5A608B-13C1-DC8A-B968-FE60051561E7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66" creationId="{07EEABD9-7F75-52BE-07AE-3681344E8220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67" creationId="{519E28DC-7D01-CFDE-D198-608D2B0D0C75}"/>
          </ac:spMkLst>
        </pc:spChg>
        <pc:spChg chg="mod">
          <ac:chgData name="Mohamed Rashwan" userId="a3eb11a79c987480" providerId="LiveId" clId="{E3F72E7B-EE57-4E6C-B167-58CE9687B594}" dt="2025-12-12T21:05:12.152" v="27" actId="1076"/>
          <ac:spMkLst>
            <pc:docMk/>
            <pc:sldMk cId="0" sldId="257"/>
            <ac:spMk id="68" creationId="{E5150DE6-2FC0-3F90-20F6-D55E1F67FC43}"/>
          </ac:spMkLst>
        </pc:spChg>
        <pc:spChg chg="add del mod">
          <ac:chgData name="Mohamed Rashwan" userId="a3eb11a79c987480" providerId="LiveId" clId="{E3F72E7B-EE57-4E6C-B167-58CE9687B594}" dt="2025-12-12T21:03:43.054" v="2" actId="478"/>
          <ac:spMkLst>
            <pc:docMk/>
            <pc:sldMk cId="0" sldId="257"/>
            <ac:spMk id="71" creationId="{85A4E9BE-A32F-0A9B-3A76-1E6A1CE2C861}"/>
          </ac:spMkLst>
        </pc:spChg>
        <pc:spChg chg="add mod">
          <ac:chgData name="Mohamed Rashwan" userId="a3eb11a79c987480" providerId="LiveId" clId="{E3F72E7B-EE57-4E6C-B167-58CE9687B594}" dt="2025-12-12T21:05:21.035" v="28" actId="1076"/>
          <ac:spMkLst>
            <pc:docMk/>
            <pc:sldMk cId="0" sldId="257"/>
            <ac:spMk id="72" creationId="{5F888A31-E9AF-9A5E-937D-AD582FDFB636}"/>
          </ac:spMkLst>
        </pc:spChg>
        <pc:spChg chg="del">
          <ac:chgData name="Mohamed Rashwan" userId="a3eb11a79c987480" providerId="LiveId" clId="{E3F72E7B-EE57-4E6C-B167-58CE9687B594}" dt="2025-12-12T22:03:12.417" v="364" actId="478"/>
          <ac:spMkLst>
            <pc:docMk/>
            <pc:sldMk cId="0" sldId="257"/>
            <ac:spMk id="116" creationId="{00000000-0000-0000-0000-000000000000}"/>
          </ac:spMkLst>
        </pc:spChg>
        <pc:grpChg chg="mod">
          <ac:chgData name="Mohamed Rashwan" userId="a3eb11a79c987480" providerId="LiveId" clId="{E3F72E7B-EE57-4E6C-B167-58CE9687B594}" dt="2025-12-12T21:05:12.152" v="27" actId="1076"/>
          <ac:grpSpMkLst>
            <pc:docMk/>
            <pc:sldMk cId="0" sldId="257"/>
            <ac:grpSpMk id="11" creationId="{EA5D0453-9006-5EC1-CCC1-1B8670C52B52}"/>
          </ac:grpSpMkLst>
        </pc:grpChg>
        <pc:picChg chg="mod">
          <ac:chgData name="Mohamed Rashwan" userId="a3eb11a79c987480" providerId="LiveId" clId="{E3F72E7B-EE57-4E6C-B167-58CE9687B594}" dt="2025-12-12T21:05:12.152" v="27" actId="1076"/>
          <ac:picMkLst>
            <pc:docMk/>
            <pc:sldMk cId="0" sldId="257"/>
            <ac:picMk id="3" creationId="{0715C737-408F-8401-7FB8-DDC0D4ABC905}"/>
          </ac:picMkLst>
        </pc:picChg>
        <pc:picChg chg="mod">
          <ac:chgData name="Mohamed Rashwan" userId="a3eb11a79c987480" providerId="LiveId" clId="{E3F72E7B-EE57-4E6C-B167-58CE9687B594}" dt="2025-12-12T21:05:12.152" v="27" actId="1076"/>
          <ac:picMkLst>
            <pc:docMk/>
            <pc:sldMk cId="0" sldId="257"/>
            <ac:picMk id="5" creationId="{553A0BEF-A377-518C-11C6-0ACF7DDCB091}"/>
          </ac:picMkLst>
        </pc:picChg>
        <pc:picChg chg="mod">
          <ac:chgData name="Mohamed Rashwan" userId="a3eb11a79c987480" providerId="LiveId" clId="{E3F72E7B-EE57-4E6C-B167-58CE9687B594}" dt="2025-12-12T21:05:12.152" v="27" actId="1076"/>
          <ac:picMkLst>
            <pc:docMk/>
            <pc:sldMk cId="0" sldId="257"/>
            <ac:picMk id="7" creationId="{8004D8CE-7F4B-295F-EBA3-CD7F6769D8D2}"/>
          </ac:picMkLst>
        </pc:picChg>
        <pc:picChg chg="mod">
          <ac:chgData name="Mohamed Rashwan" userId="a3eb11a79c987480" providerId="LiveId" clId="{E3F72E7B-EE57-4E6C-B167-58CE9687B594}" dt="2025-12-12T21:05:12.152" v="27" actId="1076"/>
          <ac:picMkLst>
            <pc:docMk/>
            <pc:sldMk cId="0" sldId="257"/>
            <ac:picMk id="9" creationId="{29D6F544-FF82-E09C-F10A-67C5595E6C89}"/>
          </ac:picMkLst>
        </pc:picChg>
        <pc:picChg chg="mod">
          <ac:chgData name="Mohamed Rashwan" userId="a3eb11a79c987480" providerId="LiveId" clId="{E3F72E7B-EE57-4E6C-B167-58CE9687B594}" dt="2025-12-12T21:05:12.152" v="27" actId="1076"/>
          <ac:picMkLst>
            <pc:docMk/>
            <pc:sldMk cId="0" sldId="257"/>
            <ac:picMk id="18" creationId="{5A0A30AE-069A-B465-02FC-4FE49EBBFB10}"/>
          </ac:picMkLst>
        </pc:picChg>
        <pc:picChg chg="mod">
          <ac:chgData name="Mohamed Rashwan" userId="a3eb11a79c987480" providerId="LiveId" clId="{E3F72E7B-EE57-4E6C-B167-58CE9687B594}" dt="2025-12-12T21:05:12.152" v="27" actId="1076"/>
          <ac:picMkLst>
            <pc:docMk/>
            <pc:sldMk cId="0" sldId="257"/>
            <ac:picMk id="22" creationId="{276A46F2-707A-6E1F-02C1-8C697BBB7C6B}"/>
          </ac:picMkLst>
        </pc:picChg>
      </pc:sldChg>
      <pc:sldChg chg="addSp delSp modSp mod ord">
        <pc:chgData name="Mohamed Rashwan" userId="a3eb11a79c987480" providerId="LiveId" clId="{E3F72E7B-EE57-4E6C-B167-58CE9687B594}" dt="2025-12-12T22:03:02.384" v="363" actId="478"/>
        <pc:sldMkLst>
          <pc:docMk/>
          <pc:sldMk cId="0" sldId="258"/>
        </pc:sldMkLst>
        <pc:spChg chg="del">
          <ac:chgData name="Mohamed Rashwan" userId="a3eb11a79c987480" providerId="LiveId" clId="{E3F72E7B-EE57-4E6C-B167-58CE9687B594}" dt="2025-12-12T21:34:21.857" v="175" actId="478"/>
          <ac:spMkLst>
            <pc:docMk/>
            <pc:sldMk cId="0" sldId="258"/>
            <ac:spMk id="3" creationId="{F5DDA274-97BE-847B-9DDF-FFC21A78E3C3}"/>
          </ac:spMkLst>
        </pc:spChg>
        <pc:spChg chg="add mod">
          <ac:chgData name="Mohamed Rashwan" userId="a3eb11a79c987480" providerId="LiveId" clId="{E3F72E7B-EE57-4E6C-B167-58CE9687B594}" dt="2025-12-12T21:34:57.022" v="187" actId="1076"/>
          <ac:spMkLst>
            <pc:docMk/>
            <pc:sldMk cId="0" sldId="258"/>
            <ac:spMk id="8" creationId="{174C090F-9339-773E-60B0-1ABDD7AF6E8F}"/>
          </ac:spMkLst>
        </pc:spChg>
        <pc:spChg chg="del">
          <ac:chgData name="Mohamed Rashwan" userId="a3eb11a79c987480" providerId="LiveId" clId="{E3F72E7B-EE57-4E6C-B167-58CE9687B594}" dt="2025-12-12T22:03:02.384" v="363" actId="478"/>
          <ac:spMkLst>
            <pc:docMk/>
            <pc:sldMk cId="0" sldId="258"/>
            <ac:spMk id="126" creationId="{00000000-0000-0000-0000-000000000000}"/>
          </ac:spMkLst>
        </pc:spChg>
        <pc:graphicFrameChg chg="mod">
          <ac:chgData name="Mohamed Rashwan" userId="a3eb11a79c987480" providerId="LiveId" clId="{E3F72E7B-EE57-4E6C-B167-58CE9687B594}" dt="2025-12-12T21:35:15.443" v="193" actId="14100"/>
          <ac:graphicFrameMkLst>
            <pc:docMk/>
            <pc:sldMk cId="0" sldId="258"/>
            <ac:graphicFrameMk id="6" creationId="{33124BB9-1DF6-9CCF-CDCD-1F3F63A2C2F4}"/>
          </ac:graphicFrameMkLst>
        </pc:graphicFrameChg>
      </pc:sldChg>
      <pc:sldChg chg="delSp mod">
        <pc:chgData name="Mohamed Rashwan" userId="a3eb11a79c987480" providerId="LiveId" clId="{E3F72E7B-EE57-4E6C-B167-58CE9687B594}" dt="2025-12-12T22:02:53.114" v="361" actId="478"/>
        <pc:sldMkLst>
          <pc:docMk/>
          <pc:sldMk cId="0" sldId="259"/>
        </pc:sldMkLst>
        <pc:spChg chg="del">
          <ac:chgData name="Mohamed Rashwan" userId="a3eb11a79c987480" providerId="LiveId" clId="{E3F72E7B-EE57-4E6C-B167-58CE9687B594}" dt="2025-12-12T22:02:53.114" v="361" actId="478"/>
          <ac:spMkLst>
            <pc:docMk/>
            <pc:sldMk cId="0" sldId="259"/>
            <ac:spMk id="136" creationId="{00000000-0000-0000-0000-000000000000}"/>
          </ac:spMkLst>
        </pc:spChg>
      </pc:sldChg>
      <pc:sldChg chg="addSp delSp modSp mod ord">
        <pc:chgData name="Mohamed Rashwan" userId="a3eb11a79c987480" providerId="LiveId" clId="{E3F72E7B-EE57-4E6C-B167-58CE9687B594}" dt="2025-12-12T22:02:40.539" v="360" actId="478"/>
        <pc:sldMkLst>
          <pc:docMk/>
          <pc:sldMk cId="0" sldId="261"/>
        </pc:sldMkLst>
        <pc:spChg chg="add mod">
          <ac:chgData name="Mohamed Rashwan" userId="a3eb11a79c987480" providerId="LiveId" clId="{E3F72E7B-EE57-4E6C-B167-58CE9687B594}" dt="2025-12-12T21:07:59.058" v="46" actId="113"/>
          <ac:spMkLst>
            <pc:docMk/>
            <pc:sldMk cId="0" sldId="261"/>
            <ac:spMk id="4" creationId="{3A9E671F-33A2-264F-F86B-B07AD283B573}"/>
          </ac:spMkLst>
        </pc:spChg>
        <pc:spChg chg="add mod">
          <ac:chgData name="Mohamed Rashwan" userId="a3eb11a79c987480" providerId="LiveId" clId="{E3F72E7B-EE57-4E6C-B167-58CE9687B594}" dt="2025-12-12T21:09:13.864" v="64" actId="115"/>
          <ac:spMkLst>
            <pc:docMk/>
            <pc:sldMk cId="0" sldId="261"/>
            <ac:spMk id="6" creationId="{374980A4-D3E9-994D-B3DE-07339723F552}"/>
          </ac:spMkLst>
        </pc:spChg>
        <pc:spChg chg="del">
          <ac:chgData name="Mohamed Rashwan" userId="a3eb11a79c987480" providerId="LiveId" clId="{E3F72E7B-EE57-4E6C-B167-58CE9687B594}" dt="2025-12-12T21:06:49.693" v="31" actId="478"/>
          <ac:spMkLst>
            <pc:docMk/>
            <pc:sldMk cId="0" sldId="261"/>
            <ac:spMk id="160" creationId="{00000000-0000-0000-0000-000000000000}"/>
          </ac:spMkLst>
        </pc:spChg>
        <pc:spChg chg="del">
          <ac:chgData name="Mohamed Rashwan" userId="a3eb11a79c987480" providerId="LiveId" clId="{E3F72E7B-EE57-4E6C-B167-58CE9687B594}" dt="2025-12-12T21:06:51.904" v="32" actId="478"/>
          <ac:spMkLst>
            <pc:docMk/>
            <pc:sldMk cId="0" sldId="261"/>
            <ac:spMk id="161" creationId="{00000000-0000-0000-0000-000000000000}"/>
          </ac:spMkLst>
        </pc:spChg>
        <pc:spChg chg="del">
          <ac:chgData name="Mohamed Rashwan" userId="a3eb11a79c987480" providerId="LiveId" clId="{E3F72E7B-EE57-4E6C-B167-58CE9687B594}" dt="2025-12-12T22:02:40.539" v="360" actId="478"/>
          <ac:spMkLst>
            <pc:docMk/>
            <pc:sldMk cId="0" sldId="261"/>
            <ac:spMk id="163" creationId="{00000000-0000-0000-0000-000000000000}"/>
          </ac:spMkLst>
        </pc:spChg>
        <pc:picChg chg="add mod">
          <ac:chgData name="Mohamed Rashwan" userId="a3eb11a79c987480" providerId="LiveId" clId="{E3F72E7B-EE57-4E6C-B167-58CE9687B594}" dt="2025-12-12T21:08:22.782" v="52" actId="14100"/>
          <ac:picMkLst>
            <pc:docMk/>
            <pc:sldMk cId="0" sldId="261"/>
            <ac:picMk id="3" creationId="{EE3AD132-6A3C-2E7A-71B8-AA66C9791D08}"/>
          </ac:picMkLst>
        </pc:picChg>
      </pc:sldChg>
      <pc:sldChg chg="addSp delSp modSp mod">
        <pc:chgData name="Mohamed Rashwan" userId="a3eb11a79c987480" providerId="LiveId" clId="{E3F72E7B-EE57-4E6C-B167-58CE9687B594}" dt="2025-12-12T22:02:58.125" v="362" actId="478"/>
        <pc:sldMkLst>
          <pc:docMk/>
          <pc:sldMk cId="0" sldId="262"/>
        </pc:sldMkLst>
        <pc:spChg chg="add mod">
          <ac:chgData name="Mohamed Rashwan" userId="a3eb11a79c987480" providerId="LiveId" clId="{E3F72E7B-EE57-4E6C-B167-58CE9687B594}" dt="2025-12-12T21:58:14.910" v="343" actId="14100"/>
          <ac:spMkLst>
            <pc:docMk/>
            <pc:sldMk cId="0" sldId="262"/>
            <ac:spMk id="4" creationId="{1D2A842A-E0E2-38F0-CEB9-E411623B611A}"/>
          </ac:spMkLst>
        </pc:spChg>
        <pc:spChg chg="add mod">
          <ac:chgData name="Mohamed Rashwan" userId="a3eb11a79c987480" providerId="LiveId" clId="{E3F72E7B-EE57-4E6C-B167-58CE9687B594}" dt="2025-12-12T21:49:02.782" v="293" actId="1076"/>
          <ac:spMkLst>
            <pc:docMk/>
            <pc:sldMk cId="0" sldId="262"/>
            <ac:spMk id="6" creationId="{A85DE9BC-B814-703E-79F5-D82ADCCBA78D}"/>
          </ac:spMkLst>
        </pc:spChg>
        <pc:spChg chg="del">
          <ac:chgData name="Mohamed Rashwan" userId="a3eb11a79c987480" providerId="LiveId" clId="{E3F72E7B-EE57-4E6C-B167-58CE9687B594}" dt="2025-12-12T21:48:12.605" v="278" actId="478"/>
          <ac:spMkLst>
            <pc:docMk/>
            <pc:sldMk cId="0" sldId="262"/>
            <ac:spMk id="170" creationId="{00000000-0000-0000-0000-000000000000}"/>
          </ac:spMkLst>
        </pc:spChg>
        <pc:spChg chg="del">
          <ac:chgData name="Mohamed Rashwan" userId="a3eb11a79c987480" providerId="LiveId" clId="{E3F72E7B-EE57-4E6C-B167-58CE9687B594}" dt="2025-12-12T22:02:58.125" v="362" actId="478"/>
          <ac:spMkLst>
            <pc:docMk/>
            <pc:sldMk cId="0" sldId="262"/>
            <ac:spMk id="172" creationId="{00000000-0000-0000-0000-000000000000}"/>
          </ac:spMkLst>
        </pc:spChg>
        <pc:picChg chg="del">
          <ac:chgData name="Mohamed Rashwan" userId="a3eb11a79c987480" providerId="LiveId" clId="{E3F72E7B-EE57-4E6C-B167-58CE9687B594}" dt="2025-12-12T21:48:13.842" v="279" actId="478"/>
          <ac:picMkLst>
            <pc:docMk/>
            <pc:sldMk cId="0" sldId="262"/>
            <ac:picMk id="174" creationId="{00000000-0000-0000-0000-000000000000}"/>
          </ac:picMkLst>
        </pc:picChg>
      </pc:sldChg>
      <pc:sldChg chg="del">
        <pc:chgData name="Mohamed Rashwan" userId="a3eb11a79c987480" providerId="LiveId" clId="{E3F72E7B-EE57-4E6C-B167-58CE9687B594}" dt="2025-12-12T21:58:28.743" v="344" actId="2696"/>
        <pc:sldMkLst>
          <pc:docMk/>
          <pc:sldMk cId="0" sldId="263"/>
        </pc:sldMkLst>
      </pc:sldChg>
      <pc:sldChg chg="del">
        <pc:chgData name="Mohamed Rashwan" userId="a3eb11a79c987480" providerId="LiveId" clId="{E3F72E7B-EE57-4E6C-B167-58CE9687B594}" dt="2025-12-12T21:58:33.245" v="345" actId="2696"/>
        <pc:sldMkLst>
          <pc:docMk/>
          <pc:sldMk cId="0" sldId="264"/>
        </pc:sldMkLst>
      </pc:sldChg>
      <pc:sldChg chg="del">
        <pc:chgData name="Mohamed Rashwan" userId="a3eb11a79c987480" providerId="LiveId" clId="{E3F72E7B-EE57-4E6C-B167-58CE9687B594}" dt="2025-12-12T21:58:35.748" v="346" actId="2696"/>
        <pc:sldMkLst>
          <pc:docMk/>
          <pc:sldMk cId="0" sldId="265"/>
        </pc:sldMkLst>
      </pc:sldChg>
      <pc:sldChg chg="addSp delSp modSp mod ord">
        <pc:chgData name="Mohamed Rashwan" userId="a3eb11a79c987480" providerId="LiveId" clId="{E3F72E7B-EE57-4E6C-B167-58CE9687B594}" dt="2025-12-12T21:45:16.068" v="254" actId="478"/>
        <pc:sldMkLst>
          <pc:docMk/>
          <pc:sldMk cId="0" sldId="266"/>
        </pc:sldMkLst>
        <pc:spChg chg="add mod">
          <ac:chgData name="Mohamed Rashwan" userId="a3eb11a79c987480" providerId="LiveId" clId="{E3F72E7B-EE57-4E6C-B167-58CE9687B594}" dt="2025-12-12T21:14:16.198" v="91"/>
          <ac:spMkLst>
            <pc:docMk/>
            <pc:sldMk cId="0" sldId="266"/>
            <ac:spMk id="3" creationId="{0A343F04-B882-25C2-B9F6-7C4A26627D7A}"/>
          </ac:spMkLst>
        </pc:spChg>
        <pc:spChg chg="add mod">
          <ac:chgData name="Mohamed Rashwan" userId="a3eb11a79c987480" providerId="LiveId" clId="{E3F72E7B-EE57-4E6C-B167-58CE9687B594}" dt="2025-12-12T21:28:56.926" v="137" actId="1076"/>
          <ac:spMkLst>
            <pc:docMk/>
            <pc:sldMk cId="0" sldId="266"/>
            <ac:spMk id="5" creationId="{8F77920C-1510-B64B-E657-79A3677B768D}"/>
          </ac:spMkLst>
        </pc:spChg>
        <pc:spChg chg="add mod">
          <ac:chgData name="Mohamed Rashwan" userId="a3eb11a79c987480" providerId="LiveId" clId="{E3F72E7B-EE57-4E6C-B167-58CE9687B594}" dt="2025-12-12T21:30:46.895" v="151" actId="1076"/>
          <ac:spMkLst>
            <pc:docMk/>
            <pc:sldMk cId="0" sldId="266"/>
            <ac:spMk id="7" creationId="{169BE3C4-BAE3-1C77-267B-C466E8EBBD09}"/>
          </ac:spMkLst>
        </pc:spChg>
        <pc:spChg chg="add mod">
          <ac:chgData name="Mohamed Rashwan" userId="a3eb11a79c987480" providerId="LiveId" clId="{E3F72E7B-EE57-4E6C-B167-58CE9687B594}" dt="2025-12-12T21:30:46.895" v="151" actId="1076"/>
          <ac:spMkLst>
            <pc:docMk/>
            <pc:sldMk cId="0" sldId="266"/>
            <ac:spMk id="9" creationId="{10967910-5E7D-A0F9-2F25-31BCC06277F9}"/>
          </ac:spMkLst>
        </pc:spChg>
        <pc:spChg chg="add del mod">
          <ac:chgData name="Mohamed Rashwan" userId="a3eb11a79c987480" providerId="LiveId" clId="{E3F72E7B-EE57-4E6C-B167-58CE9687B594}" dt="2025-12-12T21:27:00.196" v="121" actId="478"/>
          <ac:spMkLst>
            <pc:docMk/>
            <pc:sldMk cId="0" sldId="266"/>
            <ac:spMk id="11" creationId="{7DAE2F74-749D-E078-8D32-9C71BE1BB3BF}"/>
          </ac:spMkLst>
        </pc:spChg>
        <pc:spChg chg="add mod">
          <ac:chgData name="Mohamed Rashwan" userId="a3eb11a79c987480" providerId="LiveId" clId="{E3F72E7B-EE57-4E6C-B167-58CE9687B594}" dt="2025-12-12T21:30:46.895" v="151" actId="1076"/>
          <ac:spMkLst>
            <pc:docMk/>
            <pc:sldMk cId="0" sldId="266"/>
            <ac:spMk id="13" creationId="{BD7E64BC-022C-FC62-5A52-E96A1DEF8F85}"/>
          </ac:spMkLst>
        </pc:spChg>
        <pc:spChg chg="add mod">
          <ac:chgData name="Mohamed Rashwan" userId="a3eb11a79c987480" providerId="LiveId" clId="{E3F72E7B-EE57-4E6C-B167-58CE9687B594}" dt="2025-12-12T21:30:58.965" v="153"/>
          <ac:spMkLst>
            <pc:docMk/>
            <pc:sldMk cId="0" sldId="266"/>
            <ac:spMk id="14" creationId="{734CC8CB-FE79-04E4-2C53-EEE53D775FB2}"/>
          </ac:spMkLst>
        </pc:spChg>
        <pc:spChg chg="add mod">
          <ac:chgData name="Mohamed Rashwan" userId="a3eb11a79c987480" providerId="LiveId" clId="{E3F72E7B-EE57-4E6C-B167-58CE9687B594}" dt="2025-12-12T21:31:36.595" v="165" actId="20577"/>
          <ac:spMkLst>
            <pc:docMk/>
            <pc:sldMk cId="0" sldId="266"/>
            <ac:spMk id="16" creationId="{15320645-2CC3-986D-54B0-AE5958C0F356}"/>
          </ac:spMkLst>
        </pc:spChg>
        <pc:spChg chg="add mod">
          <ac:chgData name="Mohamed Rashwan" userId="a3eb11a79c987480" providerId="LiveId" clId="{E3F72E7B-EE57-4E6C-B167-58CE9687B594}" dt="2025-12-12T21:33:31.561" v="172" actId="12"/>
          <ac:spMkLst>
            <pc:docMk/>
            <pc:sldMk cId="0" sldId="266"/>
            <ac:spMk id="18" creationId="{0B294D16-11D0-4FC8-6706-A9960671AF12}"/>
          </ac:spMkLst>
        </pc:spChg>
        <pc:spChg chg="del">
          <ac:chgData name="Mohamed Rashwan" userId="a3eb11a79c987480" providerId="LiveId" clId="{E3F72E7B-EE57-4E6C-B167-58CE9687B594}" dt="2025-12-12T21:14:14.658" v="90" actId="478"/>
          <ac:spMkLst>
            <pc:docMk/>
            <pc:sldMk cId="0" sldId="266"/>
            <ac:spMk id="214" creationId="{00000000-0000-0000-0000-000000000000}"/>
          </ac:spMkLst>
        </pc:spChg>
        <pc:spChg chg="del">
          <ac:chgData name="Mohamed Rashwan" userId="a3eb11a79c987480" providerId="LiveId" clId="{E3F72E7B-EE57-4E6C-B167-58CE9687B594}" dt="2025-12-12T21:45:16.068" v="254" actId="478"/>
          <ac:spMkLst>
            <pc:docMk/>
            <pc:sldMk cId="0" sldId="266"/>
            <ac:spMk id="216" creationId="{00000000-0000-0000-0000-000000000000}"/>
          </ac:spMkLst>
        </pc:spChg>
      </pc:sldChg>
      <pc:sldChg chg="addSp delSp modSp mod">
        <pc:chgData name="Mohamed Rashwan" userId="a3eb11a79c987480" providerId="LiveId" clId="{E3F72E7B-EE57-4E6C-B167-58CE9687B594}" dt="2025-12-12T21:59:46.319" v="359" actId="1076"/>
        <pc:sldMkLst>
          <pc:docMk/>
          <pc:sldMk cId="0" sldId="267"/>
        </pc:sldMkLst>
        <pc:spChg chg="add del">
          <ac:chgData name="Mohamed Rashwan" userId="a3eb11a79c987480" providerId="LiveId" clId="{E3F72E7B-EE57-4E6C-B167-58CE9687B594}" dt="2025-12-12T21:59:17.010" v="349" actId="22"/>
          <ac:spMkLst>
            <pc:docMk/>
            <pc:sldMk cId="0" sldId="267"/>
            <ac:spMk id="4" creationId="{F1244BFA-BB64-357E-3BAC-9DF5CA420D61}"/>
          </ac:spMkLst>
        </pc:spChg>
        <pc:spChg chg="add mod">
          <ac:chgData name="Mohamed Rashwan" userId="a3eb11a79c987480" providerId="LiveId" clId="{E3F72E7B-EE57-4E6C-B167-58CE9687B594}" dt="2025-12-12T21:59:46.319" v="359" actId="1076"/>
          <ac:spMkLst>
            <pc:docMk/>
            <pc:sldMk cId="0" sldId="267"/>
            <ac:spMk id="6" creationId="{0AAD0FCD-D162-DFA0-352A-D8C0C6BFF640}"/>
          </ac:spMkLst>
        </pc:spChg>
        <pc:spChg chg="del">
          <ac:chgData name="Mohamed Rashwan" userId="a3eb11a79c987480" providerId="LiveId" clId="{E3F72E7B-EE57-4E6C-B167-58CE9687B594}" dt="2025-12-12T21:58:40.008" v="347" actId="478"/>
          <ac:spMkLst>
            <pc:docMk/>
            <pc:sldMk cId="0" sldId="267"/>
            <ac:spMk id="224" creationId="{00000000-0000-0000-0000-000000000000}"/>
          </ac:spMkLst>
        </pc:spChg>
      </pc:sldChg>
      <pc:sldChg chg="addSp delSp modSp mod">
        <pc:chgData name="Mohamed Rashwan" userId="a3eb11a79c987480" providerId="LiveId" clId="{E3F72E7B-EE57-4E6C-B167-58CE9687B594}" dt="2025-12-12T21:46:49.340" v="277" actId="1076"/>
        <pc:sldMkLst>
          <pc:docMk/>
          <pc:sldMk cId="1516678117" sldId="268"/>
        </pc:sldMkLst>
        <pc:spChg chg="del">
          <ac:chgData name="Mohamed Rashwan" userId="a3eb11a79c987480" providerId="LiveId" clId="{E3F72E7B-EE57-4E6C-B167-58CE9687B594}" dt="2025-12-12T21:08:31.508" v="53" actId="478"/>
          <ac:spMkLst>
            <pc:docMk/>
            <pc:sldMk cId="1516678117" sldId="268"/>
            <ac:spMk id="2" creationId="{076D7588-BED4-CC08-D8FC-C21288D6567D}"/>
          </ac:spMkLst>
        </pc:spChg>
        <pc:spChg chg="del">
          <ac:chgData name="Mohamed Rashwan" userId="a3eb11a79c987480" providerId="LiveId" clId="{E3F72E7B-EE57-4E6C-B167-58CE9687B594}" dt="2025-12-12T21:08:33.119" v="54" actId="478"/>
          <ac:spMkLst>
            <pc:docMk/>
            <pc:sldMk cId="1516678117" sldId="268"/>
            <ac:spMk id="3" creationId="{135FC5AB-430F-1B0D-D31B-156729BAC9FD}"/>
          </ac:spMkLst>
        </pc:spChg>
        <pc:spChg chg="mod">
          <ac:chgData name="Mohamed Rashwan" userId="a3eb11a79c987480" providerId="LiveId" clId="{E3F72E7B-EE57-4E6C-B167-58CE9687B594}" dt="2025-12-12T21:44:47.740" v="250" actId="14100"/>
          <ac:spMkLst>
            <pc:docMk/>
            <pc:sldMk cId="1516678117" sldId="268"/>
            <ac:spMk id="4" creationId="{CED3939D-4CEE-0A29-5D9C-A613C9B4D408}"/>
          </ac:spMkLst>
        </pc:spChg>
        <pc:spChg chg="add del mod">
          <ac:chgData name="Mohamed Rashwan" userId="a3eb11a79c987480" providerId="LiveId" clId="{E3F72E7B-EE57-4E6C-B167-58CE9687B594}" dt="2025-12-12T21:14:20.901" v="92" actId="478"/>
          <ac:spMkLst>
            <pc:docMk/>
            <pc:sldMk cId="1516678117" sldId="268"/>
            <ac:spMk id="6" creationId="{18CF8AC2-7C60-AE36-1525-45FD151C11D1}"/>
          </ac:spMkLst>
        </pc:spChg>
        <pc:spChg chg="add del mod">
          <ac:chgData name="Mohamed Rashwan" userId="a3eb11a79c987480" providerId="LiveId" clId="{E3F72E7B-EE57-4E6C-B167-58CE9687B594}" dt="2025-12-12T21:12:48.954" v="80" actId="478"/>
          <ac:spMkLst>
            <pc:docMk/>
            <pc:sldMk cId="1516678117" sldId="268"/>
            <ac:spMk id="7" creationId="{AB667D38-9DDF-053E-350E-09C8553A1C6C}"/>
          </ac:spMkLst>
        </pc:spChg>
        <pc:spChg chg="add del mod">
          <ac:chgData name="Mohamed Rashwan" userId="a3eb11a79c987480" providerId="LiveId" clId="{E3F72E7B-EE57-4E6C-B167-58CE9687B594}" dt="2025-12-12T21:14:21.980" v="93" actId="478"/>
          <ac:spMkLst>
            <pc:docMk/>
            <pc:sldMk cId="1516678117" sldId="268"/>
            <ac:spMk id="8" creationId="{AB05A187-065A-9AF2-A3C8-9E4AD7FEAEB6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9" creationId="{3A4A8CBE-EA50-6437-BE1A-679DA2E1388C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10" creationId="{F44A9CCF-E59E-8795-2DF2-2FD622038C3D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11" creationId="{7F2FB634-C5BF-0B67-0C04-9B67375E1EE8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12" creationId="{4C9282F1-B3C9-DDAD-3A22-AA5422EE6D38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13" creationId="{712837C6-F3CD-DCAD-6091-17D2CB9E3AB5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14" creationId="{772D6DA0-C073-C944-6219-F00C21558C8D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15" creationId="{C0D8664E-75EF-9EDD-D5B8-327D43229BFE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16" creationId="{2BB363A6-734B-96CA-79AB-4DE565E60A0B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17" creationId="{1D1ED27F-1915-67C6-4C23-0759C9500993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28" creationId="{3CE1E4FF-085C-940E-5CE1-56A4A2BC2CA7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29" creationId="{27F39495-7968-DD01-A074-066AE5BA055E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30" creationId="{3549AEDD-5E61-07E7-38B5-9D416F6ACD92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31" creationId="{E7B827F9-384A-7992-5085-48066175AFF5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32" creationId="{F1706303-B07C-294C-5EEF-696616A9177F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33" creationId="{AC6B58DE-4AFF-FC23-AA33-DC197A33EF41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34" creationId="{216F6664-8217-A723-BB9F-DA14E53A8408}"/>
          </ac:spMkLst>
        </pc:spChg>
        <pc:spChg chg="add mod">
          <ac:chgData name="Mohamed Rashwan" userId="a3eb11a79c987480" providerId="LiveId" clId="{E3F72E7B-EE57-4E6C-B167-58CE9687B594}" dt="2025-12-12T21:41:20.461" v="202" actId="404"/>
          <ac:spMkLst>
            <pc:docMk/>
            <pc:sldMk cId="1516678117" sldId="268"/>
            <ac:spMk id="35" creationId="{16012DDB-EBF9-D293-4822-99188E3B3456}"/>
          </ac:spMkLst>
        </pc:spChg>
        <pc:spChg chg="add mod">
          <ac:chgData name="Mohamed Rashwan" userId="a3eb11a79c987480" providerId="LiveId" clId="{E3F72E7B-EE57-4E6C-B167-58CE9687B594}" dt="2025-12-12T21:43:21.324" v="231" actId="115"/>
          <ac:spMkLst>
            <pc:docMk/>
            <pc:sldMk cId="1516678117" sldId="268"/>
            <ac:spMk id="37" creationId="{96029FE6-9697-6008-5BAE-CF3B00F549BE}"/>
          </ac:spMkLst>
        </pc:spChg>
        <pc:spChg chg="add del">
          <ac:chgData name="Mohamed Rashwan" userId="a3eb11a79c987480" providerId="LiveId" clId="{E3F72E7B-EE57-4E6C-B167-58CE9687B594}" dt="2025-12-12T21:42:37.503" v="217" actId="22"/>
          <ac:spMkLst>
            <pc:docMk/>
            <pc:sldMk cId="1516678117" sldId="268"/>
            <ac:spMk id="39" creationId="{2ACF2D3C-3FF3-B1D1-5A2E-56AD2D8EE8AA}"/>
          </ac:spMkLst>
        </pc:spChg>
        <pc:spChg chg="add mod">
          <ac:chgData name="Mohamed Rashwan" userId="a3eb11a79c987480" providerId="LiveId" clId="{E3F72E7B-EE57-4E6C-B167-58CE9687B594}" dt="2025-12-12T21:43:25.763" v="232" actId="115"/>
          <ac:spMkLst>
            <pc:docMk/>
            <pc:sldMk cId="1516678117" sldId="268"/>
            <ac:spMk id="41" creationId="{ACBC51C2-E717-26C6-6A69-74C8745C4774}"/>
          </ac:spMkLst>
        </pc:spChg>
        <pc:spChg chg="add del mod">
          <ac:chgData name="Mohamed Rashwan" userId="a3eb11a79c987480" providerId="LiveId" clId="{E3F72E7B-EE57-4E6C-B167-58CE9687B594}" dt="2025-12-12T21:43:47.517" v="237" actId="478"/>
          <ac:spMkLst>
            <pc:docMk/>
            <pc:sldMk cId="1516678117" sldId="268"/>
            <ac:spMk id="42" creationId="{049BE91B-9860-9FFF-6EAD-6B6ED1DE6D08}"/>
          </ac:spMkLst>
        </pc:spChg>
        <pc:spChg chg="add mod">
          <ac:chgData name="Mohamed Rashwan" userId="a3eb11a79c987480" providerId="LiveId" clId="{E3F72E7B-EE57-4E6C-B167-58CE9687B594}" dt="2025-12-12T21:44:13.174" v="249" actId="1076"/>
          <ac:spMkLst>
            <pc:docMk/>
            <pc:sldMk cId="1516678117" sldId="268"/>
            <ac:spMk id="44" creationId="{39BE09BC-0D64-B00E-A9F5-C0F45EDB6409}"/>
          </ac:spMkLst>
        </pc:spChg>
        <pc:spChg chg="add mod">
          <ac:chgData name="Mohamed Rashwan" userId="a3eb11a79c987480" providerId="LiveId" clId="{E3F72E7B-EE57-4E6C-B167-58CE9687B594}" dt="2025-12-12T21:45:05.833" v="253"/>
          <ac:spMkLst>
            <pc:docMk/>
            <pc:sldMk cId="1516678117" sldId="268"/>
            <ac:spMk id="46" creationId="{388C71F8-EE39-CCBF-0427-2FC0D5FFC06B}"/>
          </ac:spMkLst>
        </pc:spChg>
        <pc:spChg chg="add mod">
          <ac:chgData name="Mohamed Rashwan" userId="a3eb11a79c987480" providerId="LiveId" clId="{E3F72E7B-EE57-4E6C-B167-58CE9687B594}" dt="2025-12-12T21:46:12.194" v="267" actId="1076"/>
          <ac:spMkLst>
            <pc:docMk/>
            <pc:sldMk cId="1516678117" sldId="268"/>
            <ac:spMk id="48" creationId="{21B13C4E-8850-0972-1C22-CCAB24116FB7}"/>
          </ac:spMkLst>
        </pc:spChg>
        <pc:spChg chg="add mod">
          <ac:chgData name="Mohamed Rashwan" userId="a3eb11a79c987480" providerId="LiveId" clId="{E3F72E7B-EE57-4E6C-B167-58CE9687B594}" dt="2025-12-12T21:46:49.340" v="277" actId="1076"/>
          <ac:spMkLst>
            <pc:docMk/>
            <pc:sldMk cId="1516678117" sldId="268"/>
            <ac:spMk id="50" creationId="{A0A09590-6E8D-C835-5F1A-340A93CB7874}"/>
          </ac:spMkLst>
        </pc:spChg>
        <pc:grpChg chg="add mod">
          <ac:chgData name="Mohamed Rashwan" userId="a3eb11a79c987480" providerId="LiveId" clId="{E3F72E7B-EE57-4E6C-B167-58CE9687B594}" dt="2025-12-12T21:41:18.374" v="199" actId="14100"/>
          <ac:grpSpMkLst>
            <pc:docMk/>
            <pc:sldMk cId="1516678117" sldId="268"/>
            <ac:grpSpMk id="18" creationId="{F106135D-689F-B868-E622-46C14DCC6418}"/>
          </ac:grpSpMkLst>
        </pc:grp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19" creationId="{03917ADF-7896-C51A-404E-45FBF81975F6}"/>
          </ac:picMkLst>
        </pc:pic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20" creationId="{19B8FE3F-E83E-B45F-EB4C-D78A2D4E542B}"/>
          </ac:picMkLst>
        </pc:pic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21" creationId="{7452CF92-0446-DFB4-7A39-6B9ECBEF0B3C}"/>
          </ac:picMkLst>
        </pc:pic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22" creationId="{1DE0E174-9DD1-A323-3A60-C97B7D1BB6BF}"/>
          </ac:picMkLst>
        </pc:pic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23" creationId="{9505B777-9EAB-C2F1-91C6-5EEB0110D9EC}"/>
          </ac:picMkLst>
        </pc:pic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24" creationId="{3AE96EE7-56A8-D0AF-B574-7CB9494F5B9B}"/>
          </ac:picMkLst>
        </pc:pic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25" creationId="{26AD24AD-4F4D-7298-D475-67D82B734F63}"/>
          </ac:picMkLst>
        </pc:pic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26" creationId="{FA6BD033-49E3-A81F-B8CF-6957439E810E}"/>
          </ac:picMkLst>
        </pc:picChg>
        <pc:picChg chg="mod">
          <ac:chgData name="Mohamed Rashwan" userId="a3eb11a79c987480" providerId="LiveId" clId="{E3F72E7B-EE57-4E6C-B167-58CE9687B594}" dt="2025-12-12T21:40:53.794" v="194"/>
          <ac:picMkLst>
            <pc:docMk/>
            <pc:sldMk cId="1516678117" sldId="268"/>
            <ac:picMk id="27" creationId="{33854CB0-2F3D-A02C-6A7E-65681A378C66}"/>
          </ac:picMkLst>
        </pc:picChg>
        <pc:picChg chg="add mod">
          <ac:chgData name="Mohamed Rashwan" userId="a3eb11a79c987480" providerId="LiveId" clId="{E3F72E7B-EE57-4E6C-B167-58CE9687B594}" dt="2025-12-12T21:44:51.566" v="252" actId="1076"/>
          <ac:picMkLst>
            <pc:docMk/>
            <pc:sldMk cId="1516678117" sldId="268"/>
            <ac:picMk id="45" creationId="{805D8C7A-B8F2-B021-64AF-9D5B2F7397D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microsoft.com/office/2011/relationships/webextension" Target="../webextensions/webextension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9B7B72-859F-8026-3A9E-BE97764CBBF0}"/>
              </a:ext>
            </a:extLst>
          </p:cNvPr>
          <p:cNvSpPr txBox="1"/>
          <p:nvPr/>
        </p:nvSpPr>
        <p:spPr>
          <a:xfrm>
            <a:off x="958172" y="1372571"/>
            <a:ext cx="1011739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1" dirty="0">
                <a:effectLst/>
                <a:latin typeface="fkGrotesk"/>
              </a:rPr>
              <a:t>Manufacturing Downtime</a:t>
            </a:r>
            <a:r>
              <a:rPr lang="ar-EG" sz="5400" b="1" i="1" dirty="0">
                <a:effectLst/>
                <a:latin typeface="fkGrotesk"/>
              </a:rPr>
              <a:t> </a:t>
            </a:r>
            <a:r>
              <a:rPr lang="en-US" sz="5400" b="1" i="1" dirty="0">
                <a:effectLst/>
                <a:latin typeface="fkGrotesk"/>
              </a:rPr>
              <a:t>Analysis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2E9822-8F90-EF50-D892-547CC0E4FB75}"/>
              </a:ext>
            </a:extLst>
          </p:cNvPr>
          <p:cNvSpPr txBox="1"/>
          <p:nvPr/>
        </p:nvSpPr>
        <p:spPr>
          <a:xfrm>
            <a:off x="2967639" y="3595155"/>
            <a:ext cx="6098458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93"/>
              </a:spcBef>
            </a:pPr>
            <a:r>
              <a:rPr lang="en-US" sz="2400" spc="-157" dirty="0">
                <a:solidFill>
                  <a:schemeClr val="tx1"/>
                </a:solidFill>
                <a:latin typeface="fkGrotesk"/>
                <a:cs typeface="Verdana"/>
              </a:rPr>
              <a:t>Developed</a:t>
            </a:r>
            <a:r>
              <a:rPr lang="en-US" sz="2400" spc="-357" dirty="0">
                <a:solidFill>
                  <a:schemeClr val="tx1"/>
                </a:solidFill>
                <a:latin typeface="fkGrotesk"/>
                <a:cs typeface="Verdana"/>
              </a:rPr>
              <a:t> </a:t>
            </a:r>
            <a:r>
              <a:rPr lang="en-US" sz="2400" spc="-93" dirty="0">
                <a:solidFill>
                  <a:schemeClr val="tx1"/>
                </a:solidFill>
                <a:latin typeface="fkGrotesk"/>
                <a:cs typeface="Verdana"/>
              </a:rPr>
              <a:t>in</a:t>
            </a:r>
            <a:r>
              <a:rPr lang="en-US" sz="2400" spc="-350" dirty="0">
                <a:solidFill>
                  <a:schemeClr val="tx1"/>
                </a:solidFill>
                <a:latin typeface="fkGrotesk"/>
                <a:cs typeface="Verdana"/>
              </a:rPr>
              <a:t> </a:t>
            </a:r>
            <a:r>
              <a:rPr lang="en-US" sz="2400" spc="-129" dirty="0">
                <a:solidFill>
                  <a:schemeClr val="tx1"/>
                </a:solidFill>
                <a:latin typeface="fkGrotesk"/>
                <a:cs typeface="Verdana"/>
              </a:rPr>
              <a:t>Microsoft</a:t>
            </a:r>
            <a:r>
              <a:rPr lang="en-US" sz="2400" spc="-350" dirty="0">
                <a:solidFill>
                  <a:schemeClr val="tx1"/>
                </a:solidFill>
                <a:latin typeface="fkGrotesk"/>
                <a:cs typeface="Verdana"/>
              </a:rPr>
              <a:t> </a:t>
            </a:r>
            <a:r>
              <a:rPr lang="en-US" sz="2400" spc="-114" dirty="0">
                <a:solidFill>
                  <a:schemeClr val="tx1"/>
                </a:solidFill>
                <a:latin typeface="fkGrotesk"/>
                <a:cs typeface="Verdana"/>
              </a:rPr>
              <a:t>Power</a:t>
            </a:r>
            <a:r>
              <a:rPr lang="en-US" sz="2400" spc="-350" dirty="0">
                <a:solidFill>
                  <a:schemeClr val="tx1"/>
                </a:solidFill>
                <a:latin typeface="fkGrotesk"/>
                <a:cs typeface="Verdana"/>
              </a:rPr>
              <a:t> </a:t>
            </a:r>
            <a:r>
              <a:rPr lang="en-US" sz="2400" spc="-36" dirty="0">
                <a:solidFill>
                  <a:schemeClr val="tx1"/>
                </a:solidFill>
                <a:latin typeface="fkGrotesk"/>
                <a:cs typeface="Verdana"/>
              </a:rPr>
              <a:t>BI</a:t>
            </a:r>
            <a:endParaRPr lang="ar-EG" sz="2400" dirty="0">
              <a:solidFill>
                <a:schemeClr val="tx1"/>
              </a:solidFill>
              <a:latin typeface="fkGrotesk"/>
              <a:cs typeface="Verdana"/>
            </a:endParaRPr>
          </a:p>
          <a:p>
            <a:pPr algn="ctr">
              <a:spcBef>
                <a:spcPts val="193"/>
              </a:spcBef>
            </a:pPr>
            <a:r>
              <a:rPr lang="en-US" sz="1800" spc="-171" dirty="0">
                <a:solidFill>
                  <a:schemeClr val="tx1"/>
                </a:solidFill>
                <a:latin typeface="fkGrotesk"/>
              </a:rPr>
              <a:t>Presented</a:t>
            </a:r>
            <a:r>
              <a:rPr lang="en-US" sz="1800" spc="-107" dirty="0">
                <a:solidFill>
                  <a:schemeClr val="tx1"/>
                </a:solidFill>
                <a:latin typeface="fkGrotesk"/>
              </a:rPr>
              <a:t> </a:t>
            </a:r>
            <a:r>
              <a:rPr lang="en-US" sz="1800" spc="-200" dirty="0">
                <a:solidFill>
                  <a:schemeClr val="tx1"/>
                </a:solidFill>
                <a:latin typeface="fkGrotesk"/>
              </a:rPr>
              <a:t>by:</a:t>
            </a:r>
            <a:r>
              <a:rPr lang="en-US" sz="1800" spc="-100" dirty="0">
                <a:solidFill>
                  <a:schemeClr val="tx1"/>
                </a:solidFill>
                <a:latin typeface="fkGrotesk"/>
              </a:rPr>
              <a:t>  Mohamed Rashwan</a:t>
            </a:r>
            <a:endParaRPr lang="en-US" sz="1800" dirty="0">
              <a:solidFill>
                <a:schemeClr val="tx1"/>
              </a:solidFill>
              <a:latin typeface="fkGrotes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37" name="Google Shape;1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EF23E53-BC50-EAD2-E1C7-F84DDAAA679F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180B6E-9C4D-52BE-4360-626FB16ECB91}"/>
              </a:ext>
            </a:extLst>
          </p:cNvPr>
          <p:cNvSpPr txBox="1"/>
          <p:nvPr/>
        </p:nvSpPr>
        <p:spPr>
          <a:xfrm>
            <a:off x="0" y="1388668"/>
            <a:ext cx="7235596" cy="492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400" b="1" u="sng" kern="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Background &amp; Business Problem</a:t>
            </a:r>
            <a:endParaRPr lang="en-US" sz="3200" b="1" u="sng" kern="100" dirty="0">
              <a:solidFill>
                <a:schemeClr val="bg2">
                  <a:lumMod val="75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2F29B5-E6D3-7AA2-57EF-775EA9D6B9A0}"/>
              </a:ext>
            </a:extLst>
          </p:cNvPr>
          <p:cNvSpPr txBox="1">
            <a:spLocks/>
          </p:cNvSpPr>
          <p:nvPr/>
        </p:nvSpPr>
        <p:spPr>
          <a:xfrm>
            <a:off x="353961" y="2079523"/>
            <a:ext cx="10373193" cy="1349477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>
              <a:buFont typeface="+mj-lt"/>
              <a:buAutoNum type="arabicParenR"/>
            </a:pPr>
            <a:r>
              <a:rPr lang="en-US" sz="2400" dirty="0"/>
              <a:t>Manufacturing line experiencing repeated downtime losses.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Lack of unified visibility across machines, operators, and shifts.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Need to analyze root causes affecting production stability and output.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734FC6-1466-053F-A441-B81CD2B3445A}"/>
              </a:ext>
            </a:extLst>
          </p:cNvPr>
          <p:cNvSpPr txBox="1"/>
          <p:nvPr/>
        </p:nvSpPr>
        <p:spPr>
          <a:xfrm>
            <a:off x="0" y="3626209"/>
            <a:ext cx="6098458" cy="492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400" b="1" u="sng" kern="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Objectives &amp; Scope</a:t>
            </a:r>
            <a:endParaRPr lang="en-US" sz="2400" b="1" u="sng" kern="100" dirty="0">
              <a:solidFill>
                <a:schemeClr val="bg2">
                  <a:lumMod val="75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D7DF36-A87C-BE82-BF97-C84C474A5B1E}"/>
              </a:ext>
            </a:extLst>
          </p:cNvPr>
          <p:cNvSpPr txBox="1"/>
          <p:nvPr/>
        </p:nvSpPr>
        <p:spPr>
          <a:xfrm>
            <a:off x="488129" y="4452799"/>
            <a:ext cx="92496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 dirty="0"/>
              <a:t>Measure actual production efficiency vs. targets.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Identify major downtime categories and top contributors.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Analyze batch-level variations and operator performance gaps.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Deliver actionable recommendations for improvement.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11/30/25</a:t>
            </a:r>
            <a:endParaRPr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C1E5390B-B48C-13AC-3A51-0E29BA8D346E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object 7">
            <a:extLst>
              <a:ext uri="{FF2B5EF4-FFF2-40B4-BE49-F238E27FC236}">
                <a16:creationId xmlns:a16="http://schemas.microsoft.com/office/drawing/2014/main" id="{0715C737-408F-8401-7FB8-DDC0D4ABC90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9980" y="2887276"/>
            <a:ext cx="1408669" cy="2249930"/>
          </a:xfrm>
          <a:prstGeom prst="rect">
            <a:avLst/>
          </a:prstGeom>
        </p:spPr>
      </p:pic>
      <p:sp>
        <p:nvSpPr>
          <p:cNvPr id="4" name="object 8">
            <a:extLst>
              <a:ext uri="{FF2B5EF4-FFF2-40B4-BE49-F238E27FC236}">
                <a16:creationId xmlns:a16="http://schemas.microsoft.com/office/drawing/2014/main" id="{2F55F72F-46AF-C56D-266E-89E021361E3B}"/>
              </a:ext>
            </a:extLst>
          </p:cNvPr>
          <p:cNvSpPr txBox="1"/>
          <p:nvPr/>
        </p:nvSpPr>
        <p:spPr>
          <a:xfrm>
            <a:off x="1008750" y="3001478"/>
            <a:ext cx="177465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1</a:t>
            </a:r>
            <a:endParaRPr sz="2072" dirty="0">
              <a:latin typeface="Gadugi"/>
              <a:cs typeface="Gadugi"/>
            </a:endParaRPr>
          </a:p>
        </p:txBody>
      </p:sp>
      <p:pic>
        <p:nvPicPr>
          <p:cNvPr id="5" name="object 9">
            <a:extLst>
              <a:ext uri="{FF2B5EF4-FFF2-40B4-BE49-F238E27FC236}">
                <a16:creationId xmlns:a16="http://schemas.microsoft.com/office/drawing/2014/main" id="{553A0BEF-A377-518C-11C6-0ACF7DDCB09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0088" y="3978658"/>
            <a:ext cx="477790" cy="546100"/>
          </a:xfrm>
          <a:prstGeom prst="rect">
            <a:avLst/>
          </a:prstGeom>
        </p:spPr>
      </p:pic>
      <p:sp>
        <p:nvSpPr>
          <p:cNvPr id="6" name="object 10">
            <a:extLst>
              <a:ext uri="{FF2B5EF4-FFF2-40B4-BE49-F238E27FC236}">
                <a16:creationId xmlns:a16="http://schemas.microsoft.com/office/drawing/2014/main" id="{B6A280E5-D234-0E3B-D497-836DBDF3478E}"/>
              </a:ext>
            </a:extLst>
          </p:cNvPr>
          <p:cNvSpPr txBox="1"/>
          <p:nvPr/>
        </p:nvSpPr>
        <p:spPr>
          <a:xfrm>
            <a:off x="-15607" y="4953855"/>
            <a:ext cx="2379848" cy="1160531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179" dirty="0">
                <a:solidFill>
                  <a:srgbClr val="0078D4"/>
                </a:solidFill>
                <a:latin typeface="Arial"/>
                <a:cs typeface="Arial"/>
              </a:rPr>
              <a:t>Data</a:t>
            </a:r>
            <a:r>
              <a:rPr sz="2143" b="1" spc="-12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143" b="1" spc="-50" dirty="0">
                <a:solidFill>
                  <a:srgbClr val="0078D4"/>
                </a:solidFill>
                <a:latin typeface="Arial"/>
                <a:cs typeface="Arial"/>
              </a:rPr>
              <a:t>Acquisition</a:t>
            </a:r>
            <a:endParaRPr sz="2143" dirty="0">
              <a:latin typeface="Arial"/>
              <a:cs typeface="Arial"/>
            </a:endParaRPr>
          </a:p>
          <a:p>
            <a:pPr marL="17244" marR="7260" algn="ctr">
              <a:lnSpc>
                <a:spcPct val="108700"/>
              </a:lnSpc>
              <a:spcBef>
                <a:spcPts val="864"/>
              </a:spcBef>
            </a:pPr>
            <a:r>
              <a:rPr sz="1643" spc="-79" dirty="0">
                <a:solidFill>
                  <a:srgbClr val="4A5462"/>
                </a:solidFill>
                <a:latin typeface="Arial"/>
                <a:cs typeface="Arial"/>
              </a:rPr>
              <a:t>Consolidate</a:t>
            </a:r>
            <a:r>
              <a:rPr sz="16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production</a:t>
            </a:r>
            <a:r>
              <a:rPr sz="16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50" dirty="0">
                <a:solidFill>
                  <a:srgbClr val="4A5462"/>
                </a:solidFill>
                <a:latin typeface="Arial"/>
                <a:cs typeface="Arial"/>
              </a:rPr>
              <a:t>and 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downtime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logs </a:t>
            </a:r>
            <a:r>
              <a:rPr sz="1643" spc="-29" dirty="0">
                <a:solidFill>
                  <a:srgbClr val="4A5462"/>
                </a:solidFill>
                <a:latin typeface="Arial"/>
                <a:cs typeface="Arial"/>
              </a:rPr>
              <a:t>from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Excel.</a:t>
            </a:r>
            <a:endParaRPr sz="1643" dirty="0">
              <a:latin typeface="Arial"/>
              <a:cs typeface="Arial"/>
            </a:endParaRPr>
          </a:p>
        </p:txBody>
      </p:sp>
      <p:pic>
        <p:nvPicPr>
          <p:cNvPr id="7" name="object 11">
            <a:extLst>
              <a:ext uri="{FF2B5EF4-FFF2-40B4-BE49-F238E27FC236}">
                <a16:creationId xmlns:a16="http://schemas.microsoft.com/office/drawing/2014/main" id="{8004D8CE-7F4B-295F-EBA3-CD7F6769D8D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18301" y="2853693"/>
            <a:ext cx="2660062" cy="2249930"/>
          </a:xfrm>
          <a:prstGeom prst="rect">
            <a:avLst/>
          </a:prstGeom>
        </p:spPr>
      </p:pic>
      <p:sp>
        <p:nvSpPr>
          <p:cNvPr id="8" name="object 12">
            <a:extLst>
              <a:ext uri="{FF2B5EF4-FFF2-40B4-BE49-F238E27FC236}">
                <a16:creationId xmlns:a16="http://schemas.microsoft.com/office/drawing/2014/main" id="{7CD3A157-8802-BF64-0199-E48961610E33}"/>
              </a:ext>
            </a:extLst>
          </p:cNvPr>
          <p:cNvSpPr txBox="1"/>
          <p:nvPr/>
        </p:nvSpPr>
        <p:spPr>
          <a:xfrm>
            <a:off x="4416558" y="3003846"/>
            <a:ext cx="177465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2</a:t>
            </a:r>
            <a:endParaRPr sz="2072">
              <a:latin typeface="Gadugi"/>
              <a:cs typeface="Gadugi"/>
            </a:endParaRPr>
          </a:p>
        </p:txBody>
      </p:sp>
      <p:pic>
        <p:nvPicPr>
          <p:cNvPr id="9" name="object 13">
            <a:extLst>
              <a:ext uri="{FF2B5EF4-FFF2-40B4-BE49-F238E27FC236}">
                <a16:creationId xmlns:a16="http://schemas.microsoft.com/office/drawing/2014/main" id="{29D6F544-FF82-E09C-F10A-67C5595E6C89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00484" y="3978658"/>
            <a:ext cx="564247" cy="486939"/>
          </a:xfrm>
          <a:prstGeom prst="rect">
            <a:avLst/>
          </a:prstGeom>
        </p:spPr>
      </p:pic>
      <p:sp>
        <p:nvSpPr>
          <p:cNvPr id="10" name="object 14">
            <a:extLst>
              <a:ext uri="{FF2B5EF4-FFF2-40B4-BE49-F238E27FC236}">
                <a16:creationId xmlns:a16="http://schemas.microsoft.com/office/drawing/2014/main" id="{E12EECD7-4346-FEB9-1CDA-50176A8CF7CA}"/>
              </a:ext>
            </a:extLst>
          </p:cNvPr>
          <p:cNvSpPr txBox="1"/>
          <p:nvPr/>
        </p:nvSpPr>
        <p:spPr>
          <a:xfrm>
            <a:off x="2672601" y="4973086"/>
            <a:ext cx="2399870" cy="1160531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186" dirty="0">
                <a:solidFill>
                  <a:srgbClr val="0078D4"/>
                </a:solidFill>
                <a:latin typeface="Arial"/>
                <a:cs typeface="Arial"/>
              </a:rPr>
              <a:t>Data</a:t>
            </a:r>
            <a:r>
              <a:rPr sz="2143" b="1" spc="-143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143" b="1" spc="-157" dirty="0">
                <a:solidFill>
                  <a:srgbClr val="0078D4"/>
                </a:solidFill>
                <a:latin typeface="Arial"/>
                <a:cs typeface="Arial"/>
              </a:rPr>
              <a:t>Transformation</a:t>
            </a:r>
            <a:endParaRPr sz="2143">
              <a:latin typeface="Arial"/>
              <a:cs typeface="Arial"/>
            </a:endParaRPr>
          </a:p>
          <a:p>
            <a:pPr marL="137046" marR="126153" indent="-907" algn="ctr">
              <a:lnSpc>
                <a:spcPct val="108700"/>
              </a:lnSpc>
              <a:spcBef>
                <a:spcPts val="864"/>
              </a:spcBef>
            </a:pPr>
            <a:r>
              <a:rPr sz="1643" spc="-129" dirty="0">
                <a:solidFill>
                  <a:srgbClr val="4A5462"/>
                </a:solidFill>
                <a:latin typeface="Arial"/>
                <a:cs typeface="Arial"/>
              </a:rPr>
              <a:t>Clean,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86" dirty="0">
                <a:solidFill>
                  <a:srgbClr val="4A5462"/>
                </a:solidFill>
                <a:latin typeface="Arial"/>
                <a:cs typeface="Arial"/>
              </a:rPr>
              <a:t>standardize,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4A5462"/>
                </a:solidFill>
                <a:latin typeface="Arial"/>
                <a:cs typeface="Arial"/>
              </a:rPr>
              <a:t>and </a:t>
            </a:r>
            <a:r>
              <a:rPr sz="1643" spc="-71" dirty="0">
                <a:solidFill>
                  <a:srgbClr val="4A5462"/>
                </a:solidFill>
                <a:latin typeface="Arial"/>
                <a:cs typeface="Arial"/>
              </a:rPr>
              <a:t>validate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in</a:t>
            </a:r>
            <a:r>
              <a:rPr sz="1643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00" dirty="0">
                <a:solidFill>
                  <a:srgbClr val="4A5462"/>
                </a:solidFill>
                <a:latin typeface="Arial"/>
                <a:cs typeface="Arial"/>
              </a:rPr>
              <a:t>Power</a:t>
            </a:r>
            <a:r>
              <a:rPr sz="1643" spc="-50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21" dirty="0">
                <a:solidFill>
                  <a:srgbClr val="4A5462"/>
                </a:solidFill>
                <a:latin typeface="Arial"/>
                <a:cs typeface="Arial"/>
              </a:rPr>
              <a:t>Query.</a:t>
            </a:r>
            <a:endParaRPr sz="1643">
              <a:latin typeface="Arial"/>
              <a:cs typeface="Arial"/>
            </a:endParaRPr>
          </a:p>
        </p:txBody>
      </p:sp>
      <p:grpSp>
        <p:nvGrpSpPr>
          <p:cNvPr id="11" name="object 15">
            <a:extLst>
              <a:ext uri="{FF2B5EF4-FFF2-40B4-BE49-F238E27FC236}">
                <a16:creationId xmlns:a16="http://schemas.microsoft.com/office/drawing/2014/main" id="{EA5D0453-9006-5EC1-CCC1-1B8670C52B52}"/>
              </a:ext>
            </a:extLst>
          </p:cNvPr>
          <p:cNvGrpSpPr/>
          <p:nvPr/>
        </p:nvGrpSpPr>
        <p:grpSpPr>
          <a:xfrm>
            <a:off x="4304423" y="2843879"/>
            <a:ext cx="2249884" cy="2129207"/>
            <a:chOff x="4429125" y="2468880"/>
            <a:chExt cx="2245995" cy="1569720"/>
          </a:xfrm>
        </p:grpSpPr>
        <p:pic>
          <p:nvPicPr>
            <p:cNvPr id="12" name="object 16">
              <a:extLst>
                <a:ext uri="{FF2B5EF4-FFF2-40B4-BE49-F238E27FC236}">
                  <a16:creationId xmlns:a16="http://schemas.microsoft.com/office/drawing/2014/main" id="{D09FA1B9-69D6-8AEB-F14B-CD4EF4FCD2E3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29125" y="2468880"/>
              <a:ext cx="2245994" cy="1569719"/>
            </a:xfrm>
            <a:prstGeom prst="rect">
              <a:avLst/>
            </a:prstGeom>
          </p:spPr>
        </p:pic>
        <p:pic>
          <p:nvPicPr>
            <p:cNvPr id="13" name="object 17">
              <a:extLst>
                <a:ext uri="{FF2B5EF4-FFF2-40B4-BE49-F238E27FC236}">
                  <a16:creationId xmlns:a16="http://schemas.microsoft.com/office/drawing/2014/main" id="{B87518D6-6A41-E544-BEF0-68AD1748DD4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81687" y="3251200"/>
              <a:ext cx="428625" cy="336550"/>
            </a:xfrm>
            <a:prstGeom prst="rect">
              <a:avLst/>
            </a:prstGeom>
          </p:spPr>
        </p:pic>
      </p:grpSp>
      <p:sp>
        <p:nvSpPr>
          <p:cNvPr id="14" name="object 18">
            <a:extLst>
              <a:ext uri="{FF2B5EF4-FFF2-40B4-BE49-F238E27FC236}">
                <a16:creationId xmlns:a16="http://schemas.microsoft.com/office/drawing/2014/main" id="{64860334-B46F-9112-EEAD-E5D6FC3A9CB5}"/>
              </a:ext>
            </a:extLst>
          </p:cNvPr>
          <p:cNvSpPr txBox="1"/>
          <p:nvPr/>
        </p:nvSpPr>
        <p:spPr>
          <a:xfrm>
            <a:off x="7750999" y="3003846"/>
            <a:ext cx="177465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3</a:t>
            </a:r>
            <a:endParaRPr sz="2072">
              <a:latin typeface="Gadugi"/>
              <a:cs typeface="Gadugi"/>
            </a:endParaRPr>
          </a:p>
        </p:txBody>
      </p:sp>
      <p:sp>
        <p:nvSpPr>
          <p:cNvPr id="15" name="object 19">
            <a:extLst>
              <a:ext uri="{FF2B5EF4-FFF2-40B4-BE49-F238E27FC236}">
                <a16:creationId xmlns:a16="http://schemas.microsoft.com/office/drawing/2014/main" id="{E9DDBE73-9E35-FF02-4679-49E8177114E1}"/>
              </a:ext>
            </a:extLst>
          </p:cNvPr>
          <p:cNvSpPr txBox="1"/>
          <p:nvPr/>
        </p:nvSpPr>
        <p:spPr>
          <a:xfrm>
            <a:off x="5018209" y="4902711"/>
            <a:ext cx="2399870" cy="1160531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179" dirty="0">
                <a:solidFill>
                  <a:srgbClr val="0078D4"/>
                </a:solidFill>
                <a:latin typeface="Arial"/>
                <a:cs typeface="Arial"/>
              </a:rPr>
              <a:t>Data</a:t>
            </a:r>
            <a:r>
              <a:rPr sz="2143" b="1" spc="-12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143" b="1" spc="-14" dirty="0">
                <a:solidFill>
                  <a:srgbClr val="0078D4"/>
                </a:solidFill>
                <a:latin typeface="Arial"/>
                <a:cs typeface="Arial"/>
              </a:rPr>
              <a:t>Modeling</a:t>
            </a:r>
            <a:endParaRPr sz="2143">
              <a:latin typeface="Arial"/>
              <a:cs typeface="Arial"/>
            </a:endParaRPr>
          </a:p>
          <a:p>
            <a:pPr marL="18151" marR="7260" algn="ctr">
              <a:lnSpc>
                <a:spcPct val="108700"/>
              </a:lnSpc>
              <a:spcBef>
                <a:spcPts val="864"/>
              </a:spcBef>
            </a:pPr>
            <a:r>
              <a:rPr sz="1643" spc="-79" dirty="0">
                <a:solidFill>
                  <a:srgbClr val="4A5462"/>
                </a:solidFill>
                <a:latin typeface="Arial"/>
                <a:cs typeface="Arial"/>
              </a:rPr>
              <a:t>Build</a:t>
            </a:r>
            <a:r>
              <a:rPr sz="1643" spc="-43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relational</a:t>
            </a:r>
            <a:r>
              <a:rPr sz="1643" spc="-3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43" dirty="0">
                <a:solidFill>
                  <a:srgbClr val="4A5462"/>
                </a:solidFill>
                <a:latin typeface="Arial"/>
                <a:cs typeface="Arial"/>
              </a:rPr>
              <a:t>star</a:t>
            </a:r>
            <a:r>
              <a:rPr sz="1643" spc="-36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71" dirty="0">
                <a:solidFill>
                  <a:srgbClr val="4A5462"/>
                </a:solidFill>
                <a:latin typeface="Arial"/>
                <a:cs typeface="Arial"/>
              </a:rPr>
              <a:t>schema 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in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00" dirty="0">
                <a:solidFill>
                  <a:srgbClr val="4A5462"/>
                </a:solidFill>
                <a:latin typeface="Arial"/>
                <a:cs typeface="Arial"/>
              </a:rPr>
              <a:t>Power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36" dirty="0">
                <a:solidFill>
                  <a:srgbClr val="4A5462"/>
                </a:solidFill>
                <a:latin typeface="Arial"/>
                <a:cs typeface="Arial"/>
              </a:rPr>
              <a:t>BI.</a:t>
            </a:r>
            <a:endParaRPr sz="1643">
              <a:latin typeface="Arial"/>
              <a:cs typeface="Arial"/>
            </a:endParaRPr>
          </a:p>
        </p:txBody>
      </p:sp>
      <p:pic>
        <p:nvPicPr>
          <p:cNvPr id="16" name="object 20">
            <a:extLst>
              <a:ext uri="{FF2B5EF4-FFF2-40B4-BE49-F238E27FC236}">
                <a16:creationId xmlns:a16="http://schemas.microsoft.com/office/drawing/2014/main" id="{F5923B5E-F91B-D2FF-AE21-758865E2A186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43113" y="2780072"/>
            <a:ext cx="3220574" cy="2249930"/>
          </a:xfrm>
          <a:prstGeom prst="rect">
            <a:avLst/>
          </a:prstGeom>
        </p:spPr>
      </p:pic>
      <p:sp>
        <p:nvSpPr>
          <p:cNvPr id="17" name="object 21">
            <a:extLst>
              <a:ext uri="{FF2B5EF4-FFF2-40B4-BE49-F238E27FC236}">
                <a16:creationId xmlns:a16="http://schemas.microsoft.com/office/drawing/2014/main" id="{74FFB907-D620-EE88-7100-B4449F8E4754}"/>
              </a:ext>
            </a:extLst>
          </p:cNvPr>
          <p:cNvSpPr txBox="1"/>
          <p:nvPr/>
        </p:nvSpPr>
        <p:spPr>
          <a:xfrm>
            <a:off x="11085444" y="3003846"/>
            <a:ext cx="177465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4</a:t>
            </a:r>
            <a:endParaRPr sz="2072">
              <a:latin typeface="Gadugi"/>
              <a:cs typeface="Gadugi"/>
            </a:endParaRPr>
          </a:p>
        </p:txBody>
      </p:sp>
      <p:pic>
        <p:nvPicPr>
          <p:cNvPr id="18" name="object 22">
            <a:extLst>
              <a:ext uri="{FF2B5EF4-FFF2-40B4-BE49-F238E27FC236}">
                <a16:creationId xmlns:a16="http://schemas.microsoft.com/office/drawing/2014/main" id="{5A0A30AE-069A-B465-02FC-4FE49EBBFB10}"/>
              </a:ext>
            </a:extLst>
          </p:cNvPr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712526" y="3898869"/>
            <a:ext cx="409534" cy="546100"/>
          </a:xfrm>
          <a:prstGeom prst="rect">
            <a:avLst/>
          </a:prstGeom>
        </p:spPr>
      </p:pic>
      <p:sp>
        <p:nvSpPr>
          <p:cNvPr id="19" name="object 23">
            <a:extLst>
              <a:ext uri="{FF2B5EF4-FFF2-40B4-BE49-F238E27FC236}">
                <a16:creationId xmlns:a16="http://schemas.microsoft.com/office/drawing/2014/main" id="{0E5A608B-13C1-DC8A-B968-FE60051561E7}"/>
              </a:ext>
            </a:extLst>
          </p:cNvPr>
          <p:cNvSpPr txBox="1"/>
          <p:nvPr/>
        </p:nvSpPr>
        <p:spPr>
          <a:xfrm>
            <a:off x="7750999" y="4937994"/>
            <a:ext cx="2318873" cy="1160531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271" dirty="0">
                <a:solidFill>
                  <a:srgbClr val="0078D4"/>
                </a:solidFill>
                <a:latin typeface="Arial"/>
                <a:cs typeface="Arial"/>
              </a:rPr>
              <a:t>DAX</a:t>
            </a:r>
            <a:r>
              <a:rPr sz="2143" b="1" spc="-121" dirty="0">
                <a:solidFill>
                  <a:srgbClr val="0078D4"/>
                </a:solidFill>
                <a:latin typeface="Arial"/>
                <a:cs typeface="Arial"/>
              </a:rPr>
              <a:t> </a:t>
            </a:r>
            <a:r>
              <a:rPr sz="2143" b="1" spc="-71" dirty="0">
                <a:solidFill>
                  <a:srgbClr val="0078D4"/>
                </a:solidFill>
                <a:latin typeface="Arial"/>
                <a:cs typeface="Arial"/>
              </a:rPr>
              <a:t>Development</a:t>
            </a:r>
            <a:endParaRPr sz="2143" dirty="0">
              <a:latin typeface="Arial"/>
              <a:cs typeface="Arial"/>
            </a:endParaRPr>
          </a:p>
          <a:p>
            <a:pPr marL="17244" marR="7260" indent="-907" algn="ctr">
              <a:lnSpc>
                <a:spcPct val="108700"/>
              </a:lnSpc>
              <a:spcBef>
                <a:spcPts val="864"/>
              </a:spcBef>
            </a:pPr>
            <a:r>
              <a:rPr sz="1643" spc="-100" dirty="0">
                <a:solidFill>
                  <a:srgbClr val="4A5462"/>
                </a:solidFill>
                <a:latin typeface="Arial"/>
                <a:cs typeface="Arial"/>
              </a:rPr>
              <a:t>Define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07" dirty="0">
                <a:solidFill>
                  <a:srgbClr val="4A5462"/>
                </a:solidFill>
                <a:latin typeface="Arial"/>
                <a:cs typeface="Arial"/>
              </a:rPr>
              <a:t>KPIs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for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downtime, </a:t>
            </a:r>
            <a:r>
              <a:rPr sz="1643" spc="-71" dirty="0">
                <a:solidFill>
                  <a:srgbClr val="4A5462"/>
                </a:solidFill>
                <a:latin typeface="Arial"/>
                <a:cs typeface="Arial"/>
              </a:rPr>
              <a:t>productivity,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07" dirty="0">
                <a:solidFill>
                  <a:srgbClr val="4A5462"/>
                </a:solidFill>
                <a:latin typeface="Arial"/>
                <a:cs typeface="Arial"/>
              </a:rPr>
              <a:t>and</a:t>
            </a:r>
            <a:r>
              <a:rPr sz="1643" spc="-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efficiency.</a:t>
            </a:r>
            <a:endParaRPr sz="1643" dirty="0">
              <a:latin typeface="Arial"/>
              <a:cs typeface="Arial"/>
            </a:endParaRPr>
          </a:p>
        </p:txBody>
      </p:sp>
      <p:pic>
        <p:nvPicPr>
          <p:cNvPr id="20" name="object 24">
            <a:extLst>
              <a:ext uri="{FF2B5EF4-FFF2-40B4-BE49-F238E27FC236}">
                <a16:creationId xmlns:a16="http://schemas.microsoft.com/office/drawing/2014/main" id="{2CE37E92-71CA-7975-5D41-C94E393DA602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711309" y="2571744"/>
            <a:ext cx="2249883" cy="2401341"/>
          </a:xfrm>
          <a:prstGeom prst="rect">
            <a:avLst/>
          </a:prstGeom>
        </p:spPr>
      </p:pic>
      <p:sp>
        <p:nvSpPr>
          <p:cNvPr id="21" name="object 25">
            <a:extLst>
              <a:ext uri="{FF2B5EF4-FFF2-40B4-BE49-F238E27FC236}">
                <a16:creationId xmlns:a16="http://schemas.microsoft.com/office/drawing/2014/main" id="{70C056EF-E7C7-105E-10D7-9F4ADA471C9B}"/>
              </a:ext>
            </a:extLst>
          </p:cNvPr>
          <p:cNvSpPr txBox="1"/>
          <p:nvPr/>
        </p:nvSpPr>
        <p:spPr>
          <a:xfrm>
            <a:off x="11262909" y="2684638"/>
            <a:ext cx="177465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5</a:t>
            </a:r>
            <a:endParaRPr sz="2072">
              <a:latin typeface="Gadugi"/>
              <a:cs typeface="Gadugi"/>
            </a:endParaRPr>
          </a:p>
        </p:txBody>
      </p:sp>
      <p:pic>
        <p:nvPicPr>
          <p:cNvPr id="22" name="object 26">
            <a:extLst>
              <a:ext uri="{FF2B5EF4-FFF2-40B4-BE49-F238E27FC236}">
                <a16:creationId xmlns:a16="http://schemas.microsoft.com/office/drawing/2014/main" id="{276A46F2-707A-6E1F-02C1-8C697BBB7C6B}"/>
              </a:ext>
            </a:extLst>
          </p:cNvPr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66732" y="3842875"/>
            <a:ext cx="546045" cy="482389"/>
          </a:xfrm>
          <a:prstGeom prst="rect">
            <a:avLst/>
          </a:prstGeom>
        </p:spPr>
      </p:pic>
      <p:sp>
        <p:nvSpPr>
          <p:cNvPr id="23" name="object 27">
            <a:extLst>
              <a:ext uri="{FF2B5EF4-FFF2-40B4-BE49-F238E27FC236}">
                <a16:creationId xmlns:a16="http://schemas.microsoft.com/office/drawing/2014/main" id="{C0EB88D5-72DF-5546-A454-FF5B4B375B60}"/>
              </a:ext>
            </a:extLst>
          </p:cNvPr>
          <p:cNvSpPr txBox="1"/>
          <p:nvPr/>
        </p:nvSpPr>
        <p:spPr>
          <a:xfrm>
            <a:off x="10148976" y="4810619"/>
            <a:ext cx="2027418" cy="1415279"/>
          </a:xfrm>
          <a:prstGeom prst="rect">
            <a:avLst/>
          </a:prstGeom>
        </p:spPr>
        <p:txBody>
          <a:bodyPr vert="horz" wrap="square" lIns="0" tIns="183281" rIns="0" bIns="0" rtlCol="0">
            <a:spAutoFit/>
          </a:bodyPr>
          <a:lstStyle/>
          <a:p>
            <a:pPr algn="ctr">
              <a:spcBef>
                <a:spcPts val="1443"/>
              </a:spcBef>
            </a:pPr>
            <a:r>
              <a:rPr sz="2143" b="1" spc="-50" dirty="0">
                <a:solidFill>
                  <a:srgbClr val="0078D4"/>
                </a:solidFill>
                <a:latin typeface="Arial"/>
                <a:cs typeface="Arial"/>
              </a:rPr>
              <a:t>Visualization</a:t>
            </a:r>
            <a:endParaRPr sz="2143">
              <a:latin typeface="Arial"/>
              <a:cs typeface="Arial"/>
            </a:endParaRPr>
          </a:p>
          <a:p>
            <a:pPr marL="18151" marR="7260" algn="ctr">
              <a:lnSpc>
                <a:spcPct val="106000"/>
              </a:lnSpc>
              <a:spcBef>
                <a:spcPts val="914"/>
              </a:spcBef>
            </a:pPr>
            <a:r>
              <a:rPr sz="1643" spc="-100" dirty="0">
                <a:solidFill>
                  <a:srgbClr val="4A5462"/>
                </a:solidFill>
                <a:latin typeface="Arial"/>
                <a:cs typeface="Arial"/>
              </a:rPr>
              <a:t>Design</a:t>
            </a:r>
            <a:r>
              <a:rPr sz="1643" spc="-57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interactive </a:t>
            </a:r>
            <a:r>
              <a:rPr sz="1643" spc="-86" dirty="0">
                <a:solidFill>
                  <a:srgbClr val="4A5462"/>
                </a:solidFill>
                <a:latin typeface="Arial"/>
                <a:cs typeface="Arial"/>
              </a:rPr>
              <a:t>dashboard</a:t>
            </a:r>
            <a:r>
              <a:rPr sz="1643" spc="-71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for</a:t>
            </a:r>
            <a:r>
              <a:rPr sz="1643" spc="-64" dirty="0">
                <a:solidFill>
                  <a:srgbClr val="4A5462"/>
                </a:solidFill>
                <a:latin typeface="Arial"/>
                <a:cs typeface="Arial"/>
              </a:rPr>
              <a:t> </a:t>
            </a:r>
            <a:r>
              <a:rPr sz="1643" spc="-86" dirty="0">
                <a:solidFill>
                  <a:srgbClr val="4A5462"/>
                </a:solidFill>
                <a:latin typeface="Arial"/>
                <a:cs typeface="Arial"/>
              </a:rPr>
              <a:t>management </a:t>
            </a:r>
            <a:r>
              <a:rPr sz="1643" spc="-14" dirty="0">
                <a:solidFill>
                  <a:srgbClr val="4A5462"/>
                </a:solidFill>
                <a:latin typeface="Arial"/>
                <a:cs typeface="Arial"/>
              </a:rPr>
              <a:t>review.</a:t>
            </a:r>
            <a:endParaRPr sz="1643">
              <a:latin typeface="Arial"/>
              <a:cs typeface="Arial"/>
            </a:endParaRPr>
          </a:p>
        </p:txBody>
      </p:sp>
      <p:sp>
        <p:nvSpPr>
          <p:cNvPr id="66" name="object 12">
            <a:extLst>
              <a:ext uri="{FF2B5EF4-FFF2-40B4-BE49-F238E27FC236}">
                <a16:creationId xmlns:a16="http://schemas.microsoft.com/office/drawing/2014/main" id="{07EEABD9-7F75-52BE-07AE-3681344E8220}"/>
              </a:ext>
            </a:extLst>
          </p:cNvPr>
          <p:cNvSpPr txBox="1"/>
          <p:nvPr/>
        </p:nvSpPr>
        <p:spPr>
          <a:xfrm>
            <a:off x="3479445" y="2967895"/>
            <a:ext cx="177788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sz="2072" b="1" spc="-71" dirty="0">
                <a:solidFill>
                  <a:srgbClr val="FFFFFF"/>
                </a:solidFill>
                <a:latin typeface="Gadugi"/>
                <a:cs typeface="Gadugi"/>
              </a:rPr>
              <a:t>2</a:t>
            </a:r>
            <a:endParaRPr sz="2072" dirty="0">
              <a:latin typeface="Gadugi"/>
              <a:cs typeface="Gadugi"/>
            </a:endParaRPr>
          </a:p>
        </p:txBody>
      </p:sp>
      <p:sp>
        <p:nvSpPr>
          <p:cNvPr id="67" name="object 12">
            <a:extLst>
              <a:ext uri="{FF2B5EF4-FFF2-40B4-BE49-F238E27FC236}">
                <a16:creationId xmlns:a16="http://schemas.microsoft.com/office/drawing/2014/main" id="{519E28DC-7D01-CFDE-D198-608D2B0D0C75}"/>
              </a:ext>
            </a:extLst>
          </p:cNvPr>
          <p:cNvSpPr txBox="1"/>
          <p:nvPr/>
        </p:nvSpPr>
        <p:spPr>
          <a:xfrm>
            <a:off x="5900219" y="2951236"/>
            <a:ext cx="177788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lang="en-US" sz="2072" b="1" spc="-71" dirty="0">
                <a:solidFill>
                  <a:srgbClr val="FFFFFF"/>
                </a:solidFill>
                <a:latin typeface="Gadugi"/>
                <a:cs typeface="Gadugi"/>
              </a:rPr>
              <a:t>3</a:t>
            </a:r>
            <a:endParaRPr sz="2072" dirty="0">
              <a:latin typeface="Gadugi"/>
              <a:cs typeface="Gadugi"/>
            </a:endParaRPr>
          </a:p>
        </p:txBody>
      </p:sp>
      <p:sp>
        <p:nvSpPr>
          <p:cNvPr id="68" name="object 12">
            <a:extLst>
              <a:ext uri="{FF2B5EF4-FFF2-40B4-BE49-F238E27FC236}">
                <a16:creationId xmlns:a16="http://schemas.microsoft.com/office/drawing/2014/main" id="{E5150DE6-2FC0-3F90-20F6-D55E1F67FC43}"/>
              </a:ext>
            </a:extLst>
          </p:cNvPr>
          <p:cNvSpPr txBox="1"/>
          <p:nvPr/>
        </p:nvSpPr>
        <p:spPr>
          <a:xfrm>
            <a:off x="8828399" y="2870622"/>
            <a:ext cx="177788" cy="338110"/>
          </a:xfrm>
          <a:prstGeom prst="rect">
            <a:avLst/>
          </a:prstGeom>
        </p:spPr>
        <p:txBody>
          <a:bodyPr vert="horz" wrap="square" lIns="0" tIns="19054" rIns="0" bIns="0" rtlCol="0">
            <a:spAutoFit/>
          </a:bodyPr>
          <a:lstStyle/>
          <a:p>
            <a:pPr marL="18151">
              <a:spcBef>
                <a:spcPts val="150"/>
              </a:spcBef>
            </a:pPr>
            <a:r>
              <a:rPr lang="en-US" sz="2072" b="1" spc="-71" dirty="0">
                <a:solidFill>
                  <a:srgbClr val="FFFFFF"/>
                </a:solidFill>
                <a:latin typeface="Gadugi"/>
                <a:cs typeface="Gadugi"/>
              </a:rPr>
              <a:t>4</a:t>
            </a:r>
            <a:endParaRPr sz="2072" dirty="0">
              <a:latin typeface="Gadugi"/>
              <a:cs typeface="Gadugi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DB2B7A9-3A26-B76D-CF76-0B9ED0BF8BBF}"/>
              </a:ext>
            </a:extLst>
          </p:cNvPr>
          <p:cNvSpPr txBox="1"/>
          <p:nvPr/>
        </p:nvSpPr>
        <p:spPr>
          <a:xfrm>
            <a:off x="4012669" y="479719"/>
            <a:ext cx="3923027" cy="55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800" b="1" kern="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sz="3600" b="1" kern="100" dirty="0">
              <a:solidFill>
                <a:schemeClr val="bg2">
                  <a:lumMod val="75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5F888A31-E9AF-9A5E-937D-AD582FDFB636}"/>
              </a:ext>
            </a:extLst>
          </p:cNvPr>
          <p:cNvSpPr txBox="1">
            <a:spLocks/>
          </p:cNvSpPr>
          <p:nvPr/>
        </p:nvSpPr>
        <p:spPr>
          <a:xfrm>
            <a:off x="762541" y="1262689"/>
            <a:ext cx="10275356" cy="1038146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dirty="0"/>
              <a:t>Data sourced from production logs and downtime records.</a:t>
            </a:r>
          </a:p>
          <a:p>
            <a:r>
              <a:rPr lang="en-US" sz="2000" dirty="0"/>
              <a:t>Includes two fact tables (productivity + downtime).</a:t>
            </a:r>
          </a:p>
          <a:p>
            <a:r>
              <a:rPr lang="en-US" sz="2000" dirty="0"/>
              <a:t>Five dimension tables: products, operators, downtime factors, date, time.</a:t>
            </a:r>
          </a:p>
          <a:p>
            <a:r>
              <a:rPr lang="en-US" sz="2000" dirty="0"/>
              <a:t>Covers multiple shifts, batches, and production cycles.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64" name="Google Shape;16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D76960BE-DA68-AD54-037E-4185C12CA702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object 9">
            <a:extLst>
              <a:ext uri="{FF2B5EF4-FFF2-40B4-BE49-F238E27FC236}">
                <a16:creationId xmlns:a16="http://schemas.microsoft.com/office/drawing/2014/main" id="{EE3AD132-6A3C-2E7A-71B8-AA66C9791D0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88142"/>
            <a:ext cx="12192000" cy="4439264"/>
          </a:xfrm>
          <a:prstGeom prst="rect">
            <a:avLst/>
          </a:prstGeom>
        </p:spPr>
      </p:pic>
      <p:sp>
        <p:nvSpPr>
          <p:cNvPr id="4" name="object 7">
            <a:extLst>
              <a:ext uri="{FF2B5EF4-FFF2-40B4-BE49-F238E27FC236}">
                <a16:creationId xmlns:a16="http://schemas.microsoft.com/office/drawing/2014/main" id="{3A9E671F-33A2-264F-F86B-B07AD283B573}"/>
              </a:ext>
            </a:extLst>
          </p:cNvPr>
          <p:cNvSpPr txBox="1"/>
          <p:nvPr/>
        </p:nvSpPr>
        <p:spPr>
          <a:xfrm>
            <a:off x="173331" y="5503609"/>
            <a:ext cx="12018670" cy="646087"/>
          </a:xfrm>
          <a:prstGeom prst="rect">
            <a:avLst/>
          </a:prstGeom>
        </p:spPr>
        <p:txBody>
          <a:bodyPr vert="horz" wrap="square" lIns="0" tIns="16332" rIns="0" bIns="0" rtlCol="0">
            <a:spAutoFit/>
          </a:bodyPr>
          <a:lstStyle/>
          <a:p>
            <a:pPr marL="3162947" marR="7260" indent="-3145703">
              <a:lnSpc>
                <a:spcPct val="115399"/>
              </a:lnSpc>
              <a:spcBef>
                <a:spcPts val="129"/>
              </a:spcBef>
            </a:pPr>
            <a:r>
              <a:rPr sz="1858" b="1" spc="-9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n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tables </a:t>
            </a:r>
            <a:r>
              <a:rPr sz="1858" b="1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for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79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operators,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71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products,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64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time,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9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and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50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downtime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4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factors.</a:t>
            </a:r>
            <a:r>
              <a:rPr sz="1858" b="1" spc="-9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121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The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model </a:t>
            </a:r>
            <a:r>
              <a:rPr sz="1858" b="1" spc="-86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enables</a:t>
            </a:r>
            <a:r>
              <a:rPr sz="1858" b="1" spc="-50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79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cross-</a:t>
            </a:r>
            <a:r>
              <a:rPr sz="1858" b="1" spc="-50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sectional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64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analysis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114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by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36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shift,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71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product,</a:t>
            </a:r>
            <a:r>
              <a:rPr sz="1858" b="1" spc="-57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114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and </a:t>
            </a:r>
            <a:r>
              <a:rPr sz="1858" b="1" spc="-50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downtime</a:t>
            </a:r>
            <a:r>
              <a:rPr sz="1858" b="1" spc="-4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9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category,</a:t>
            </a:r>
            <a:r>
              <a:rPr sz="1858" b="1" spc="-4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64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providing</a:t>
            </a:r>
            <a:r>
              <a:rPr sz="1858" b="1" spc="-4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36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flexibility</a:t>
            </a:r>
            <a:r>
              <a:rPr sz="1858" b="1" spc="-4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for</a:t>
            </a:r>
            <a:r>
              <a:rPr sz="1858" b="1" spc="-4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71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business</a:t>
            </a:r>
            <a:r>
              <a:rPr sz="1858" b="1" spc="-43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1858" b="1" spc="-14" dirty="0">
                <a:solidFill>
                  <a:schemeClr val="bg2">
                    <a:lumMod val="75000"/>
                  </a:schemeClr>
                </a:solidFill>
                <a:latin typeface="Arial"/>
                <a:cs typeface="Arial"/>
              </a:rPr>
              <a:t>insights.</a:t>
            </a:r>
            <a:endParaRPr sz="1858" b="1" dirty="0">
              <a:solidFill>
                <a:schemeClr val="bg2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4980A4-D3E9-994D-B3DE-07339723F552}"/>
              </a:ext>
            </a:extLst>
          </p:cNvPr>
          <p:cNvSpPr txBox="1"/>
          <p:nvPr/>
        </p:nvSpPr>
        <p:spPr>
          <a:xfrm>
            <a:off x="3437886" y="354015"/>
            <a:ext cx="4599985" cy="492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400" b="1" u="sng" kern="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Model &amp; Relationships</a:t>
            </a:r>
            <a:endParaRPr lang="en-US" sz="3200" b="1" u="sng" kern="100" dirty="0">
              <a:solidFill>
                <a:schemeClr val="bg2">
                  <a:lumMod val="75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E0295A1-3AEC-1EA2-58F1-FD4A8C06D639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343F04-B882-25C2-B9F6-7C4A26627D7A}"/>
              </a:ext>
            </a:extLst>
          </p:cNvPr>
          <p:cNvSpPr txBox="1"/>
          <p:nvPr/>
        </p:nvSpPr>
        <p:spPr>
          <a:xfrm>
            <a:off x="3598609" y="537587"/>
            <a:ext cx="4468760" cy="492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400" b="1" kern="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KPIs &amp; Metrics Defined</a:t>
            </a:r>
            <a:endParaRPr lang="en-US" sz="3200" b="1" kern="100" dirty="0">
              <a:solidFill>
                <a:schemeClr val="bg2">
                  <a:lumMod val="75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77920C-1510-B64B-E657-79A3677B768D}"/>
              </a:ext>
            </a:extLst>
          </p:cNvPr>
          <p:cNvSpPr txBox="1"/>
          <p:nvPr/>
        </p:nvSpPr>
        <p:spPr>
          <a:xfrm>
            <a:off x="831107" y="1166080"/>
            <a:ext cx="6098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List of key KPIs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9BE3C4-BAE3-1C77-267B-C466E8EBBD09}"/>
              </a:ext>
            </a:extLst>
          </p:cNvPr>
          <p:cNvSpPr txBox="1"/>
          <p:nvPr/>
        </p:nvSpPr>
        <p:spPr>
          <a:xfrm>
            <a:off x="831107" y="1697232"/>
            <a:ext cx="81798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Overall Production Efficiency: 64.02%</a:t>
            </a:r>
            <a:br>
              <a:rPr lang="en-US" sz="1600" dirty="0"/>
            </a:br>
            <a:r>
              <a:rPr lang="en-US" sz="1600" dirty="0"/>
              <a:t>Indicates how effectively the production line operated compared to total available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967910-5E7D-A0F9-2F25-31BCC06277F9}"/>
              </a:ext>
            </a:extLst>
          </p:cNvPr>
          <p:cNvSpPr txBox="1"/>
          <p:nvPr/>
        </p:nvSpPr>
        <p:spPr>
          <a:xfrm>
            <a:off x="831107" y="2538901"/>
            <a:ext cx="111593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Total Downtime: 23h 08m</a:t>
            </a:r>
            <a:br>
              <a:rPr lang="en-US" sz="1600" dirty="0"/>
            </a:br>
            <a:r>
              <a:rPr lang="en-US" sz="1600" dirty="0"/>
              <a:t>Represents the total accumulated time where production was stopped due to machine, operator, or material-related issue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E64BC-022C-FC62-5A52-E96A1DEF8F85}"/>
              </a:ext>
            </a:extLst>
          </p:cNvPr>
          <p:cNvSpPr txBox="1"/>
          <p:nvPr/>
        </p:nvSpPr>
        <p:spPr>
          <a:xfrm>
            <a:off x="831107" y="3442198"/>
            <a:ext cx="111593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/>
              <a:t>Batch Target Achievement: 7.89%</a:t>
            </a:r>
            <a:br>
              <a:rPr lang="en-US" sz="1600" dirty="0"/>
            </a:br>
            <a:r>
              <a:rPr lang="en-US" sz="1600" dirty="0"/>
              <a:t>Shows the percentage of batches completed within the planned target time — significantly below the desired benchmark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734CC8CB-FE79-04E4-2C53-EEE53D775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107" y="4273631"/>
            <a:ext cx="840903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Downtime per Cycle: 23 minutes</a:t>
            </a:r>
            <a:b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600" b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how much time is typically lost in each production cycle due to stoppages.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320645-2CC3-986D-54B0-AE5958C0F356}"/>
              </a:ext>
            </a:extLst>
          </p:cNvPr>
          <p:cNvSpPr txBox="1"/>
          <p:nvPr/>
        </p:nvSpPr>
        <p:spPr>
          <a:xfrm>
            <a:off x="754907" y="4960713"/>
            <a:ext cx="60984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2">
                    <a:lumMod val="50000"/>
                  </a:schemeClr>
                </a:solidFill>
              </a:rPr>
              <a:t>Why these KPIs are important 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294D16-11D0-4FC8-6706-A9960671AF12}"/>
              </a:ext>
            </a:extLst>
          </p:cNvPr>
          <p:cNvSpPr txBox="1"/>
          <p:nvPr/>
        </p:nvSpPr>
        <p:spPr>
          <a:xfrm>
            <a:off x="831107" y="5424692"/>
            <a:ext cx="103189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These KPIs collectively enable management to monitor performance, detect inefficiencies early, measure improvement over time, and make data-driven decisions that enhance productivity, reduce waste, and increase overall manufacturing reliability.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27" name="Google Shape;1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AA4158FA-5A66-DD71-FB0E-0599E12140E4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6" name="Add-in" descr="Add-in content for Microsoft Power BI.">
                <a:extLst>
                  <a:ext uri="{FF2B5EF4-FFF2-40B4-BE49-F238E27FC236}">
                    <a16:creationId xmlns:a16="http://schemas.microsoft.com/office/drawing/2014/main" id="{33124BB9-1DF6-9CCF-CDCD-1F3F63A2C2F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8091408"/>
                  </p:ext>
                </p:extLst>
              </p:nvPr>
            </p:nvGraphicFramePr>
            <p:xfrm>
              <a:off x="0" y="1120876"/>
              <a:ext cx="12192000" cy="4837963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4"/>
              </a:graphicData>
            </a:graphic>
          </p:graphicFrame>
        </mc:Choice>
        <mc:Fallback>
          <p:pic>
            <p:nvPicPr>
              <p:cNvPr id="6" name="Add-in" descr="Add-in content for Microsoft Power BI.">
                <a:extLst>
                  <a:ext uri="{FF2B5EF4-FFF2-40B4-BE49-F238E27FC236}">
                    <a16:creationId xmlns:a16="http://schemas.microsoft.com/office/drawing/2014/main" id="{33124BB9-1DF6-9CCF-CDCD-1F3F63A2C2F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1120876"/>
                <a:ext cx="12192000" cy="4837963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74C090F-9339-773E-60B0-1ABDD7AF6E8F}"/>
              </a:ext>
            </a:extLst>
          </p:cNvPr>
          <p:cNvSpPr txBox="1"/>
          <p:nvPr/>
        </p:nvSpPr>
        <p:spPr>
          <a:xfrm>
            <a:off x="2644878" y="298470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1" u="sng" dirty="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Power BI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3939D-4CEE-0A29-5D9C-A613C9B4D40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090786" y="6356350"/>
            <a:ext cx="263013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029FE6-9697-6008-5BAE-CF3B00F549BE}"/>
              </a:ext>
            </a:extLst>
          </p:cNvPr>
          <p:cNvSpPr txBox="1"/>
          <p:nvPr/>
        </p:nvSpPr>
        <p:spPr>
          <a:xfrm>
            <a:off x="2781301" y="419600"/>
            <a:ext cx="6098458" cy="559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lang="en-US" sz="2800" b="1" kern="0" dirty="0">
                <a:solidFill>
                  <a:schemeClr val="bg2">
                    <a:lumMod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lang="en-US" sz="3600" b="1" kern="100" dirty="0">
              <a:solidFill>
                <a:schemeClr val="bg2">
                  <a:lumMod val="50000"/>
                </a:schemeClr>
              </a:solidFill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BC51C2-E717-26C6-6A69-74C8745C4774}"/>
              </a:ext>
            </a:extLst>
          </p:cNvPr>
          <p:cNvSpPr txBox="1"/>
          <p:nvPr/>
        </p:nvSpPr>
        <p:spPr>
          <a:xfrm>
            <a:off x="497758" y="1531807"/>
            <a:ext cx="49886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 dirty="0">
                <a:solidFill>
                  <a:schemeClr val="accent1">
                    <a:lumMod val="75000"/>
                  </a:schemeClr>
                </a:solidFill>
              </a:rPr>
              <a:t>Recommendations (0–30 Days)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BE09BC-0D64-B00E-A9F5-C0F45EDB6409}"/>
              </a:ext>
            </a:extLst>
          </p:cNvPr>
          <p:cNvSpPr txBox="1"/>
          <p:nvPr/>
        </p:nvSpPr>
        <p:spPr>
          <a:xfrm>
            <a:off x="497758" y="2098071"/>
            <a:ext cx="942790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 dirty="0"/>
              <a:t>Perform preventive maintenance for critical machines.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Investigate CO‑600 line downtime through root‑cause analysis.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Improve SOPs for machine adjustment.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Deliver quick training for operators on top error patterns.</a:t>
            </a:r>
          </a:p>
        </p:txBody>
      </p:sp>
      <p:pic>
        <p:nvPicPr>
          <p:cNvPr id="45" name="Google Shape;110;p1">
            <a:extLst>
              <a:ext uri="{FF2B5EF4-FFF2-40B4-BE49-F238E27FC236}">
                <a16:creationId xmlns:a16="http://schemas.microsoft.com/office/drawing/2014/main" id="{805D8C7A-B8F2-B021-64AF-9D5B2F7397DC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244540" y="6356350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125;p3">
            <a:extLst>
              <a:ext uri="{FF2B5EF4-FFF2-40B4-BE49-F238E27FC236}">
                <a16:creationId xmlns:a16="http://schemas.microsoft.com/office/drawing/2014/main" id="{388C71F8-EE39-CCBF-0427-2FC0D5FFC06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1B13C4E-8850-0972-1C22-CCAB24116FB7}"/>
              </a:ext>
            </a:extLst>
          </p:cNvPr>
          <p:cNvSpPr txBox="1"/>
          <p:nvPr/>
        </p:nvSpPr>
        <p:spPr>
          <a:xfrm>
            <a:off x="433849" y="3968286"/>
            <a:ext cx="53966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u="sng" dirty="0">
                <a:solidFill>
                  <a:schemeClr val="accent1">
                    <a:lumMod val="75000"/>
                  </a:schemeClr>
                </a:solidFill>
              </a:rPr>
              <a:t>Recommendations (1–12 Months)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0A09590-6E8D-C835-5F1A-340A93CB7874}"/>
              </a:ext>
            </a:extLst>
          </p:cNvPr>
          <p:cNvSpPr txBox="1"/>
          <p:nvPr/>
        </p:nvSpPr>
        <p:spPr>
          <a:xfrm>
            <a:off x="575187" y="4608320"/>
            <a:ext cx="105155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sz="2400" dirty="0"/>
              <a:t>Introduce predictive maintenance powered by downtime patterns.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Develop shift‑based KPIs for productivity alignment.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Automate inventory monitoring to reduce shortages.</a:t>
            </a:r>
          </a:p>
          <a:p>
            <a:pPr marL="457200" indent="-457200">
              <a:buFont typeface="+mj-lt"/>
              <a:buAutoNum type="arabicParenR"/>
            </a:pPr>
            <a:r>
              <a:rPr lang="en-US" sz="2400" dirty="0"/>
              <a:t>Enhance batch workflow to improve target achievement &gt;25%.</a:t>
            </a:r>
          </a:p>
        </p:txBody>
      </p:sp>
    </p:spTree>
    <p:extLst>
      <p:ext uri="{BB962C8B-B14F-4D97-AF65-F5344CB8AC3E}">
        <p14:creationId xmlns:p14="http://schemas.microsoft.com/office/powerpoint/2010/main" val="15166781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203067B1-3EC8-45DB-2361-DD07914C4FB8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2A842A-E0E2-38F0-CEB9-E411623B611A}"/>
              </a:ext>
            </a:extLst>
          </p:cNvPr>
          <p:cNvSpPr txBox="1"/>
          <p:nvPr/>
        </p:nvSpPr>
        <p:spPr>
          <a:xfrm>
            <a:off x="167148" y="2067088"/>
            <a:ext cx="12192000" cy="3162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50" dirty="0"/>
              <a:t>Dashboard provides actionable visibility into system inefficiencies.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50" dirty="0"/>
              <a:t>Expected impact: </a:t>
            </a:r>
            <a:r>
              <a:rPr lang="en-US" sz="2850" b="1" dirty="0">
                <a:solidFill>
                  <a:srgbClr val="FF0000"/>
                </a:solidFill>
              </a:rPr>
              <a:t>+5–10% efficiency</a:t>
            </a:r>
            <a:r>
              <a:rPr lang="en-US" sz="2850" dirty="0">
                <a:solidFill>
                  <a:srgbClr val="FF0000"/>
                </a:solidFill>
              </a:rPr>
              <a:t> </a:t>
            </a:r>
            <a:r>
              <a:rPr lang="en-US" sz="2850" dirty="0"/>
              <a:t>and </a:t>
            </a:r>
            <a:r>
              <a:rPr lang="en-US" sz="2850" b="1" dirty="0">
                <a:solidFill>
                  <a:srgbClr val="FF0000"/>
                </a:solidFill>
              </a:rPr>
              <a:t>20–30% downtime reduction</a:t>
            </a:r>
            <a:r>
              <a:rPr lang="en-US" sz="2850" dirty="0">
                <a:solidFill>
                  <a:srgbClr val="FF0000"/>
                </a:solidFill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50" dirty="0"/>
              <a:t>Next steps: real-time integration and quarterly dashboard reviews.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50" dirty="0"/>
              <a:t>Supports smarter planning and improved operational reliability.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50" dirty="0"/>
              <a:t>Enables proactive maintenance and faster issue resolution.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50" dirty="0"/>
              <a:t>Enhances decision-making through consistent KPI monitoring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5DE9BC-B814-703E-79F5-D82ADCCBA78D}"/>
              </a:ext>
            </a:extLst>
          </p:cNvPr>
          <p:cNvSpPr txBox="1"/>
          <p:nvPr/>
        </p:nvSpPr>
        <p:spPr>
          <a:xfrm>
            <a:off x="2967640" y="501651"/>
            <a:ext cx="609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dirty="0"/>
              <a:t>11/30/25</a:t>
            </a:r>
          </a:p>
        </p:txBody>
      </p:sp>
      <p:sp>
        <p:nvSpPr>
          <p:cNvPr id="225" name="Google Shape;22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58C33320-60ED-A251-AB49-C1349DCD930A}"/>
              </a:ext>
            </a:extLst>
          </p:cNvPr>
          <p:cNvPicPr preferRelativeResize="0"/>
          <p:nvPr/>
        </p:nvPicPr>
        <p:blipFill>
          <a:blip r:embed="rId3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AD0FCD-D162-DFA0-352A-D8C0C6BFF640}"/>
              </a:ext>
            </a:extLst>
          </p:cNvPr>
          <p:cNvSpPr txBox="1"/>
          <p:nvPr/>
        </p:nvSpPr>
        <p:spPr>
          <a:xfrm>
            <a:off x="2849511" y="2321004"/>
            <a:ext cx="6492978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800" dirty="0">
                <a:solidFill>
                  <a:schemeClr val="tx1"/>
                </a:solidFill>
                <a:latin typeface="Edwardian Script ITC" panose="030303020407070D0804" pitchFamily="66" charset="0"/>
              </a:rPr>
              <a:t>Thank  you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webextension1.xml><?xml version="1.0" encoding="utf-8"?>
<we:webextension xmlns:we="http://schemas.microsoft.com/office/webextensions/webextension/2010/11" id="{2710E180-8DFA-40A4-B7F9-EC1D93EC0963}">
  <we:reference id="WA200003233" version="2.0.0.3" store="en-GB" storeType="OMEX"/>
  <we:alternateReferences/>
  <we:properties>
    <we:property name="Microsoft.Office.CampaignId" value="&quot;none&quot;"/>
    <we:property name="artifactViewState" value="&quot;live&quot;"/>
    <we:property name="backgroundColor" value="&quot;#E6E6E6&quot;"/>
    <we:property name="bookmark" value="&quot;H4sIAAAAAAAAA+1ZW0/jRhT+K8gv20pR5fHM+MJbuaxUqexuG0QfKoTmciZ417HT8ZglRfnvPWMnIYQEwiVASxESyVzOfOc73zlzbK4CndejQow/iSEEu8FeVX0bCvtthwS9oOzGSKK1kJyDAs0Y0Rlwg7PVyOVVWQe7V4ETdgDuJK8bUXhDOPjnaS8QRfFFDPw3I4oaesEIbF2Vosj/hm4xTjnbwKQXwOWoqKzwJvtOOPBmL3A5fvcQfqJ4olAuv4A+KNeNxpKlSRTGsYFEU6oghAyXmbxwuNNbkOPDy5FFNFczZ0ymlY4FZVmWUmoMRJF31Y1HfnYfTx5UNleimBvydk5mSKJe8NFWw9bilDKNKw9Ll7ux/5IPv9hKN8rVOHzcWg0nyMUf52Ch3bZflTrvPEAblfN/PEqo6+ngL+XNsXq6r2iG5e3V/aqxCn4Hc/2lRTVBVhELct4im8LCYURzIoqmjRLa/TVHJ9Ff76YfxrVlUxR+4enE/5x24Vk4ciMoKzlZC6oXnFff9y1gAHSwSya9ecQE5aGRhCsmCYm0irNUPW/EPiMc4SrbTr+tqM2gvU7YbhCzHtly7PzJdZelbRauzFOf320NQGadyMtZxmqmeCLDUKfSKJpFhEd+fHVST0Xws74QJVanYNnjIxB1Y2FTl8+m62/p9KD6jmuGsGMqu7N/LmyRwy3HQy/aV0F0AG8LTVnm9RsCdCTUCjStSvNyUEzvomtFdgUgUMLq6RTedvIr+AK2e4XbKqvB7o1bCR7kdnYhkd4S6C3LD13wOU4EoZglippYs5BxFpp7M+Zm2XyNMvGicjiunCh25jT+cJSXPz5KEi01PgJuQ01E29LEGpf8NdH1Sbj260IRnkZ8vPmt9IgQ+5unF7AskSDAxIwwJRVkBJJ7FXlcjT5tfIPXjfyrAXRmmd3+bAI//zb78JBeYEboRySxsotNXG++52xxz3WAbnQOfSiQ/OdoATokAQ5Ojzc5FLgKD/n8rJqbQzh7gNYwbMEub8PeeR8tELU5uet7ra20VTNOWw+ELGD93rnUnqupWiZhHbT/QrksmhqzGfSesO+waG4a6a5qJjLC51LDQ6Gw7w0Tjvf563e+G0qht4XO4hgP7JJzCVP/PDdux0+/EJLH9zj/dxTP0lHQKI0hMilnmYaYJybO+LvOjfury4zDQ2sfp0xdlY17h8J8IK+dQCVJExrzVCmSxZJHMsvalvdOhvOhGMBNcr2tNGZMUlS60ZzEYDKpxb22ROv+XuMcunfLJAeupAkp/ooQc4knMTzRJCM6jbhRJowg0anOSPRojzOlYpGmJNUkEzGjHDZg7254NOIhVglpIMUn48hQYthTSUx1GDLDkzCVhqRGRQZe9kH7oa9RN8jyusgVPm8tOhsMwQ5az7RwonVm1J2VQzdf6XYaWl9Xvor8cIA7NGbSh1nfPFmTrPN3mlvho8tOThOVZiFoSUEbVAZL1BPFQLR/RwkAKoloJkCnQJ9oMksjhpkfZ9gESgGcZOaFX+Rs+0rZltj2RJ2rrSrtUZdCGjJmAGLUCKMUhJSRfNmAbqtr/VdXjQd1nqHWUSjjmBrCIZKhiom5N88dXDpZXS6neGtwFWNV4+qRUPBFlLCCOWRMlNqH5k722n+yzombTP4BPp3TMtwdAAA=&quot;"/>
    <we:property name="creatorSessionId" value="&quot;67dc2363-fd9a-4de4-bb74-00527446942a&quot;"/>
    <we:property name="creatorTenantId" value="&quot;0c8feb69-f3a6-4089-b30b-4cb8899c994a&quot;"/>
    <we:property name="creatorUserId" value="&quot;1003200520D5ADAC&quot;"/>
    <we:property name="datasetId" value="&quot;ad485ea7-4807-4994-96b4-0b0d996d738b&quot;"/>
    <we:property name="embedUrl" value="&quot;/reportEmbed?reportId=c5c32335-2b73-4247-9aa9-b325f43b9c84&amp;config=eyJjbHVzdGVyVXJsIjoiaHR0cHM6Ly9XQUJJLVNPVVRILUFGUklDQS1OT1JUSC1BLVBSSU1BUlktcmVkaXJlY3QuYW5hbHlzaXMud2luZG93cy5uZXQiLCJlbWJlZEZlYXR1cmVzIjp7InVzYWdlTWV0cmljc1ZOZXh0Ijp0cnVlfX0%3D&amp;disableSensitivityBanner=true&amp;storytellingChangeViewModeShortcutKeys=true&quot;"/>
    <we:property name="initialStateBookmark" value="&quot;H4sIAAAAAAAAA+1Z227bOBD9lUAv3QWMhUiKuvQtSVPsok0TtEH7sAiKITl01MqSIVFpvIX/fYeSnJudOJe6CbqbF0cUOTwz58xwaH8PTN5MC5i9gwkGL4Odqvo6gfrrFgtGQTmMHRy82d9+/+bzu+39PRqupi6vyiZ4+T1wUI/RfcybFgpvgQb/Ph4FUBSHMPZPFooGR8EU66Yqocj/wX4yvXJ1i/NRgGfToqrBm/zgwKE3e0rT6Zn2Zn8I2hG0y0/xA2rXjypIOagUWJYoxbgBHSc0zeaFo5XegprtnU1rQvN94YXNjDYxiCjLUiGsRc69j2429W93aedxVecainND3s7HBRI+Cl7X1aSzOMTK0My90uVu5h/yyWFdmVa7hoaPOqvhnGLx6QRr7JbtVqXJew/IRuX8h0eJTTMM/lVeHWuGdUU7KZdnf6jaWuN7tBcPHao5RZWwUMw7ZAMsGiY0H6FoO5bI7tucnCR/vZt+mOaWbVH4icdz/3fc03NpyztBWRmTG0GNgpPq226NRIAJXrL56JwxEDK0ikkdKUYk6zhL9Y9l7IDggKvq7vXzYm0B7WlouxKYm5Fd587v3PRZ2mfhqjz1+d3VAIqsg7wcMpaxhKGMk9gwRGZUJI3w46uTeqUIfrJWw97fvBwXQ1W78K2XUtAUuSZZUs1UX9CbpgkTpJrp/zHgoHNm2u+VY/++Mt1r7HxdyfeLV7TCVN/KF8HA+HxRJAnsl0sMnAtnI/HweqONUTEBkbJMoDQsC5mKfi5zD5Lrr07fHYPScxjHYWyTxMpUc45SSLgDh9vmFEqNZonAfYSmrfGuYD8P85eUdlQ5KLYGvVF0to7ywZerRI6eClJVPhtIr0hP7smxHJx6sV8J0J61uc6x1LOHpKCG2gyvLqchLatqg/XOrBPkq7xeNIdsdM2DTTPfp6+KVUQdJgtjTW2LjKxg+ukTaNvTMcbrqLd+28/L359WKQtoC90+B0xH1fQCz83H/lMhek1nxMMOsntnEd9UFq1T5HAYmjCLpZQZRxQC6cYG8cOzaXs8rnEMiyZ+7xHNhiUK3lLPeqXaXnJvMU7etG7w/nVbDlENb9PSc+9lddE2FHw0PZjdE6jdQ9X0nBjx96uVzddAyGyz3XOcyEhwbRBiLRmGlhv5v9TvEehdKLA0UC/hg9lWZbc+IX59iNwLcv0+Gl/qOzbkyIbkerfNe8mK2MRZpjITslQyGSUak19dsjfCvx9Cf9YdgSqWoP1J03+GTP9zpXhdxHtJy0RFWithIxsbLiRmxq6V9A8tY4vg9E3e8sVquLHv1fXz+i5jB5pcb/SLjHtGpieUcbqQCcGVUEBHq82E6ly5NUbQAd5pnSNIV/LJm8Qo4joEjDRd9DIZKqvhkSYZdblRYnlsklADo15AmLUm8wk10Mu20sxEHLMYDEk5lJZbKx4JT1HYUgtpInUUc5WkIbBHmjTKmiQVVqokAyYMHR7rPb7dpE4lZ5BFiVQcoixMs+ixVKegdGRMzKMwjjKeSCL+kSYlNXcSNUIkJaYh5zxL1ppsTmC6gmrIMFFxLMLQIKYCRcb1WlsOz5yqzq5b6wyuqglV65opaDyEElfUBqoJUBo0a+pD9wNg0G1CaHJfh29f4H8WPK8m8/m/TrV/X6EcAAA=&quot;"/>
    <we:property name="isFiltersActionButtonVisible" value="true"/>
    <we:property name="isVisualContainerHeaderHidden" value="false"/>
    <we:property name="pageDisplayName" value="&quot;Operator analysis&quot;"/>
    <we:property name="pageName" value="&quot;6b4872066fe7d33ce0e9&quot;"/>
    <we:property name="reportEmbeddedTime" value="&quot;2025-12-12T19:55:39.304Z&quot;"/>
    <we:property name="reportName" value="&quot;Final Project&quot;"/>
    <we:property name="reportState" value="&quot;CONNECTED&quot;"/>
    <we:property name="reportUrl" value="&quot;/links/a5ejTLSmw7?ctid=0c8feb69-f3a6-4089-b30b-4cb8899c994a&amp;pbi_source=linkShare&amp;fromEntryPoint=shar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522</Words>
  <Application>Microsoft Office PowerPoint</Application>
  <PresentationFormat>Widescreen</PresentationFormat>
  <Paragraphs>83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Calibri</vt:lpstr>
      <vt:lpstr>Wingdings</vt:lpstr>
      <vt:lpstr>Edwardian Script ITC</vt:lpstr>
      <vt:lpstr>fkGrotesk</vt:lpstr>
      <vt:lpstr>Gadugi</vt:lpstr>
      <vt:lpstr>Verdana</vt:lpstr>
      <vt:lpstr>Arial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Mohamed Rashwan</cp:lastModifiedBy>
  <cp:revision>4</cp:revision>
  <dcterms:created xsi:type="dcterms:W3CDTF">2024-03-14T10:03:54Z</dcterms:created>
  <dcterms:modified xsi:type="dcterms:W3CDTF">2025-12-12T22:03:29Z</dcterms:modified>
</cp:coreProperties>
</file>